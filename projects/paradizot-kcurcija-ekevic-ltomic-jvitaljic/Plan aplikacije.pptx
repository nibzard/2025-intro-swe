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smtClean="0"/>
              <a:t>Kliknite da biste uredili stil podnaslova matrice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8251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31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629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8585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3284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9224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9957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8726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62508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9381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0019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6EE25-62B5-4385-BB51-2344A3AFF6AE}" type="datetimeFigureOut">
              <a:rPr lang="hr-HR" smtClean="0"/>
              <a:t>28.11.2025.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3D6FA-B906-40B2-B57B-512EDFB0BB9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4989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aobljeni pravokutnik 4"/>
          <p:cNvSpPr/>
          <p:nvPr/>
        </p:nvSpPr>
        <p:spPr>
          <a:xfrm>
            <a:off x="542440" y="371959"/>
            <a:ext cx="3425125" cy="61683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/>
          <p:cNvSpPr txBox="1"/>
          <p:nvPr/>
        </p:nvSpPr>
        <p:spPr>
          <a:xfrm>
            <a:off x="773864" y="514350"/>
            <a:ext cx="2962275" cy="246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Obavijesti mobitela</a:t>
            </a:r>
          </a:p>
        </p:txBody>
      </p:sp>
      <p:sp>
        <p:nvSpPr>
          <p:cNvPr id="7" name="TekstniOkvir 6"/>
          <p:cNvSpPr txBox="1"/>
          <p:nvPr/>
        </p:nvSpPr>
        <p:spPr>
          <a:xfrm>
            <a:off x="785568" y="6191250"/>
            <a:ext cx="2938865" cy="246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err="1" smtClean="0"/>
              <a:t>Touch</a:t>
            </a:r>
            <a:r>
              <a:rPr lang="hr-HR" sz="1000" dirty="0" smtClean="0"/>
              <a:t> tipke od mobitela</a:t>
            </a:r>
            <a:endParaRPr lang="hr-HR" sz="1000" dirty="0"/>
          </a:p>
        </p:txBody>
      </p:sp>
      <p:sp>
        <p:nvSpPr>
          <p:cNvPr id="8" name="TekstniOkvir 7"/>
          <p:cNvSpPr txBox="1"/>
          <p:nvPr/>
        </p:nvSpPr>
        <p:spPr>
          <a:xfrm>
            <a:off x="934614" y="931542"/>
            <a:ext cx="109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smtClean="0"/>
              <a:t>Promet</a:t>
            </a:r>
            <a:endParaRPr lang="hr-HR" dirty="0"/>
          </a:p>
        </p:txBody>
      </p:sp>
      <p:sp>
        <p:nvSpPr>
          <p:cNvPr id="9" name="TekstniOkvir 8"/>
          <p:cNvSpPr txBox="1"/>
          <p:nvPr/>
        </p:nvSpPr>
        <p:spPr>
          <a:xfrm>
            <a:off x="2656384" y="891523"/>
            <a:ext cx="60007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Zvono (1)</a:t>
            </a:r>
            <a:endParaRPr lang="hr-HR" sz="1000" dirty="0"/>
          </a:p>
        </p:txBody>
      </p:sp>
      <p:sp>
        <p:nvSpPr>
          <p:cNvPr id="10" name="TekstniOkvir 9"/>
          <p:cNvSpPr txBox="1"/>
          <p:nvPr/>
        </p:nvSpPr>
        <p:spPr>
          <a:xfrm>
            <a:off x="3276241" y="891523"/>
            <a:ext cx="60007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Zvijezda (2)</a:t>
            </a:r>
            <a:endParaRPr lang="hr-HR" sz="1000" dirty="0"/>
          </a:p>
        </p:txBody>
      </p:sp>
      <p:sp>
        <p:nvSpPr>
          <p:cNvPr id="11" name="TekstniOkvir 10"/>
          <p:cNvSpPr txBox="1"/>
          <p:nvPr/>
        </p:nvSpPr>
        <p:spPr>
          <a:xfrm>
            <a:off x="1013077" y="1570907"/>
            <a:ext cx="13028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Planiraj putovanje</a:t>
            </a:r>
          </a:p>
          <a:p>
            <a:pPr algn="ctr"/>
            <a:r>
              <a:rPr lang="hr-HR" sz="1000" dirty="0" smtClean="0"/>
              <a:t> (3)</a:t>
            </a:r>
            <a:endParaRPr lang="hr-HR" sz="1000" dirty="0"/>
          </a:p>
        </p:txBody>
      </p:sp>
      <p:sp>
        <p:nvSpPr>
          <p:cNvPr id="12" name="TekstniOkvir 11"/>
          <p:cNvSpPr txBox="1"/>
          <p:nvPr/>
        </p:nvSpPr>
        <p:spPr>
          <a:xfrm>
            <a:off x="2674611" y="1566456"/>
            <a:ext cx="86177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Vozni red</a:t>
            </a:r>
          </a:p>
          <a:p>
            <a:pPr algn="ctr"/>
            <a:r>
              <a:rPr lang="hr-HR" sz="1000" dirty="0" smtClean="0"/>
              <a:t> (4)</a:t>
            </a:r>
            <a:endParaRPr lang="hr-HR" sz="1000" dirty="0"/>
          </a:p>
        </p:txBody>
      </p:sp>
      <p:sp>
        <p:nvSpPr>
          <p:cNvPr id="13" name="TekstniOkvir 12"/>
          <p:cNvSpPr txBox="1"/>
          <p:nvPr/>
        </p:nvSpPr>
        <p:spPr>
          <a:xfrm>
            <a:off x="2548642" y="2354701"/>
            <a:ext cx="119889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Stanje u novčaniku</a:t>
            </a:r>
          </a:p>
          <a:p>
            <a:pPr algn="ctr"/>
            <a:r>
              <a:rPr lang="hr-HR" sz="1000" dirty="0" smtClean="0"/>
              <a:t>(6)</a:t>
            </a:r>
            <a:endParaRPr lang="hr-HR" sz="1000" dirty="0"/>
          </a:p>
        </p:txBody>
      </p:sp>
      <p:sp>
        <p:nvSpPr>
          <p:cNvPr id="14" name="TekstniOkvir 13"/>
          <p:cNvSpPr txBox="1"/>
          <p:nvPr/>
        </p:nvSpPr>
        <p:spPr>
          <a:xfrm>
            <a:off x="1046763" y="2321993"/>
            <a:ext cx="11199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Prodajna mjesta</a:t>
            </a:r>
          </a:p>
          <a:p>
            <a:pPr algn="ctr"/>
            <a:r>
              <a:rPr lang="hr-HR" sz="1000" dirty="0" smtClean="0"/>
              <a:t> (5)</a:t>
            </a:r>
            <a:endParaRPr lang="hr-HR" sz="1000" dirty="0"/>
          </a:p>
        </p:txBody>
      </p:sp>
      <p:sp>
        <p:nvSpPr>
          <p:cNvPr id="15" name="TekstniOkvir 14"/>
          <p:cNvSpPr txBox="1"/>
          <p:nvPr/>
        </p:nvSpPr>
        <p:spPr>
          <a:xfrm>
            <a:off x="2588016" y="3128641"/>
            <a:ext cx="98826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Kupi kartu </a:t>
            </a:r>
          </a:p>
          <a:p>
            <a:pPr algn="ctr"/>
            <a:r>
              <a:rPr lang="hr-HR" sz="1000" dirty="0" smtClean="0"/>
              <a:t>(8)</a:t>
            </a:r>
          </a:p>
        </p:txBody>
      </p:sp>
      <p:sp>
        <p:nvSpPr>
          <p:cNvPr id="16" name="TekstniOkvir 15"/>
          <p:cNvSpPr txBox="1"/>
          <p:nvPr/>
        </p:nvSpPr>
        <p:spPr>
          <a:xfrm>
            <a:off x="1010610" y="3114712"/>
            <a:ext cx="124438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Moje karte </a:t>
            </a:r>
          </a:p>
          <a:p>
            <a:pPr algn="ctr"/>
            <a:r>
              <a:rPr lang="hr-HR" sz="1000" dirty="0" smtClean="0"/>
              <a:t>(7)</a:t>
            </a:r>
            <a:endParaRPr lang="hr-HR" sz="1000" dirty="0"/>
          </a:p>
        </p:txBody>
      </p:sp>
      <p:sp>
        <p:nvSpPr>
          <p:cNvPr id="17" name="TekstniOkvir 16"/>
          <p:cNvSpPr txBox="1"/>
          <p:nvPr/>
        </p:nvSpPr>
        <p:spPr>
          <a:xfrm>
            <a:off x="1164846" y="5551885"/>
            <a:ext cx="218030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r-HR" dirty="0" err="1" smtClean="0"/>
              <a:t>Made</a:t>
            </a:r>
            <a:r>
              <a:rPr lang="hr-HR" dirty="0" smtClean="0"/>
              <a:t> </a:t>
            </a:r>
            <a:r>
              <a:rPr lang="hr-HR" dirty="0" err="1" smtClean="0"/>
              <a:t>by</a:t>
            </a:r>
            <a:r>
              <a:rPr lang="hr-HR" dirty="0" smtClean="0"/>
              <a:t> </a:t>
            </a:r>
            <a:r>
              <a:rPr lang="hr-HR" dirty="0" err="1" smtClean="0"/>
              <a:t>paradižot</a:t>
            </a:r>
            <a:endParaRPr lang="hr-HR" dirty="0" smtClean="0"/>
          </a:p>
        </p:txBody>
      </p:sp>
      <p:sp>
        <p:nvSpPr>
          <p:cNvPr id="18" name="TekstniOkvir 17"/>
          <p:cNvSpPr txBox="1"/>
          <p:nvPr/>
        </p:nvSpPr>
        <p:spPr>
          <a:xfrm>
            <a:off x="1416330" y="4391764"/>
            <a:ext cx="173176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Stanice u blizini</a:t>
            </a:r>
          </a:p>
          <a:p>
            <a:pPr algn="ctr"/>
            <a:r>
              <a:rPr lang="hr-HR" sz="1000" dirty="0" smtClean="0"/>
              <a:t> (10)</a:t>
            </a:r>
            <a:endParaRPr lang="hr-HR" sz="1000" dirty="0"/>
          </a:p>
        </p:txBody>
      </p:sp>
      <p:sp>
        <p:nvSpPr>
          <p:cNvPr id="19" name="TekstniOkvir 18"/>
          <p:cNvSpPr txBox="1"/>
          <p:nvPr/>
        </p:nvSpPr>
        <p:spPr>
          <a:xfrm>
            <a:off x="1481132" y="3803574"/>
            <a:ext cx="166948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Aktiviraj puni profil</a:t>
            </a:r>
          </a:p>
          <a:p>
            <a:pPr algn="ctr"/>
            <a:r>
              <a:rPr lang="hr-HR" sz="1000" dirty="0" smtClean="0"/>
              <a:t> (9)</a:t>
            </a:r>
            <a:endParaRPr lang="hr-HR" sz="1000" dirty="0"/>
          </a:p>
        </p:txBody>
      </p:sp>
      <p:sp>
        <p:nvSpPr>
          <p:cNvPr id="20" name="TekstniOkvir 19"/>
          <p:cNvSpPr txBox="1"/>
          <p:nvPr/>
        </p:nvSpPr>
        <p:spPr>
          <a:xfrm>
            <a:off x="5038724" y="1107439"/>
            <a:ext cx="357187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 smtClean="0"/>
              <a:t>Homepage (funkcije)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 Vodi na stranicu „</a:t>
            </a:r>
            <a:r>
              <a:rPr lang="hr-HR" sz="1600" dirty="0" smtClean="0">
                <a:hlinkClick r:id="rId2" action="ppaction://hlinksldjump"/>
              </a:rPr>
              <a:t>Obavijesti</a:t>
            </a:r>
            <a:r>
              <a:rPr lang="hr-HR" sz="1600" dirty="0" smtClean="0"/>
              <a:t>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 Vodi na stranicu „Zvijezda” </a:t>
            </a:r>
            <a:r>
              <a:rPr lang="hr-HR" sz="1600" b="1" dirty="0" smtClean="0"/>
              <a:t>(Diskusija potrebna)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 Vodi na stranicu „Planiraj putovanje”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-Vodi na stranicu „Vozni red”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-Vodi na stranicu „Prodajna mjesta”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 Vodi na stranicu „E-novčanik” </a:t>
            </a:r>
            <a:r>
              <a:rPr lang="hr-HR" sz="1600" b="1" dirty="0" smtClean="0"/>
              <a:t>(Diskusija potrebna)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-Vodi na stranicu „Moje karte”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-Vodi na stranicu „Kupi kartu”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-Vodi na stranicu „Aktivacija profila”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 -Vodi u „Google </a:t>
            </a:r>
            <a:r>
              <a:rPr lang="hr-HR" sz="1600" dirty="0" err="1" smtClean="0"/>
              <a:t>maps</a:t>
            </a:r>
            <a:r>
              <a:rPr lang="hr-HR" sz="1600" dirty="0" smtClean="0"/>
              <a:t> – pretraga rute”</a:t>
            </a:r>
          </a:p>
          <a:p>
            <a:pPr marL="228600" indent="-228600">
              <a:buAutoNum type="arabicParenBoth"/>
            </a:pPr>
            <a:r>
              <a:rPr lang="hr-HR" sz="1600" dirty="0" smtClean="0"/>
              <a:t>- Opcionalno </a:t>
            </a:r>
            <a:r>
              <a:rPr lang="hr-HR" sz="1600" b="1" dirty="0" smtClean="0"/>
              <a:t>(Diskusija potrebna)</a:t>
            </a:r>
          </a:p>
        </p:txBody>
      </p:sp>
      <p:sp>
        <p:nvSpPr>
          <p:cNvPr id="21" name="TekstniOkvir 20"/>
          <p:cNvSpPr txBox="1"/>
          <p:nvPr/>
        </p:nvSpPr>
        <p:spPr>
          <a:xfrm>
            <a:off x="1416330" y="4991100"/>
            <a:ext cx="184012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000" dirty="0" smtClean="0"/>
              <a:t>Dodatno </a:t>
            </a:r>
          </a:p>
          <a:p>
            <a:pPr algn="ctr"/>
            <a:r>
              <a:rPr lang="hr-HR" sz="1000" dirty="0" smtClean="0"/>
              <a:t>(11)</a:t>
            </a:r>
            <a:endParaRPr lang="hr-HR" sz="1000" dirty="0"/>
          </a:p>
        </p:txBody>
      </p:sp>
    </p:spTree>
    <p:extLst>
      <p:ext uri="{BB962C8B-B14F-4D97-AF65-F5344CB8AC3E}">
        <p14:creationId xmlns:p14="http://schemas.microsoft.com/office/powerpoint/2010/main" val="310096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/>
          <p:cNvSpPr txBox="1"/>
          <p:nvPr/>
        </p:nvSpPr>
        <p:spPr>
          <a:xfrm>
            <a:off x="5907314" y="371959"/>
            <a:ext cx="326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800" dirty="0" smtClean="0"/>
              <a:t>Obavijesti</a:t>
            </a:r>
            <a:endParaRPr lang="hr-HR" sz="2800" dirty="0"/>
          </a:p>
        </p:txBody>
      </p:sp>
      <p:sp>
        <p:nvSpPr>
          <p:cNvPr id="5" name="Zaobljeni pravokutnik 4"/>
          <p:cNvSpPr/>
          <p:nvPr/>
        </p:nvSpPr>
        <p:spPr>
          <a:xfrm>
            <a:off x="542440" y="371959"/>
            <a:ext cx="3425125" cy="61683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3109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169</Words>
  <Application>Microsoft Office PowerPoint</Application>
  <PresentationFormat>Široki zaslon</PresentationFormat>
  <Paragraphs>37</Paragraphs>
  <Slides>2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sustava Office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korisnik</dc:creator>
  <cp:lastModifiedBy>korisnik</cp:lastModifiedBy>
  <cp:revision>5</cp:revision>
  <dcterms:created xsi:type="dcterms:W3CDTF">2025-11-28T18:14:47Z</dcterms:created>
  <dcterms:modified xsi:type="dcterms:W3CDTF">2025-11-28T21:48:36Z</dcterms:modified>
</cp:coreProperties>
</file>