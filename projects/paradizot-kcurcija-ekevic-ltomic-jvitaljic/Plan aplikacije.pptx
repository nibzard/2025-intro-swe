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 smtClean="0"/>
              <a:t>Kliknite da biste uredili stil podnaslova matrice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82518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39310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006298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adržaja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8585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5" name="Rezervirano mjesto teksta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6" name="Rezervirano mjesto sadržaja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7" name="Rezervirano mjesto datum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8" name="Rezervirano mjesto podnožj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Rezervirano mjesto broja slajd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32843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4" name="Rezervirano mjesto podnožj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Rezervirano mjesto broja slajd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2244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datum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3" name="Rezervirano mjesto podnožj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99576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487261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lik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62508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93813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komiti naslov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500192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16EE25-62B5-4385-BB51-2344A3AFF6AE}" type="datetimeFigureOut">
              <a:rPr lang="hr-HR" smtClean="0"/>
              <a:t>28.11.2025.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83D6FA-B906-40B2-B57B-512EDFB0BB9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44989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3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12" Type="http://schemas.openxmlformats.org/officeDocument/2006/relationships/slide" Target="slide12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11" Type="http://schemas.openxmlformats.org/officeDocument/2006/relationships/slide" Target="slide11.xml"/><Relationship Id="rId5" Type="http://schemas.openxmlformats.org/officeDocument/2006/relationships/slide" Target="slide5.xml"/><Relationship Id="rId10" Type="http://schemas.openxmlformats.org/officeDocument/2006/relationships/slide" Target="slide10.xml"/><Relationship Id="rId4" Type="http://schemas.openxmlformats.org/officeDocument/2006/relationships/slide" Target="slide4.xml"/><Relationship Id="rId9" Type="http://schemas.openxmlformats.org/officeDocument/2006/relationships/slide" Target="slide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aobljeni pravokutnik 4"/>
          <p:cNvSpPr/>
          <p:nvPr/>
        </p:nvSpPr>
        <p:spPr>
          <a:xfrm>
            <a:off x="542440" y="371959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6" name="TekstniOkvir 5"/>
          <p:cNvSpPr txBox="1"/>
          <p:nvPr/>
        </p:nvSpPr>
        <p:spPr>
          <a:xfrm>
            <a:off x="773864" y="514350"/>
            <a:ext cx="2962275" cy="2462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Obavijesti mobitela</a:t>
            </a:r>
          </a:p>
        </p:txBody>
      </p:sp>
      <p:sp>
        <p:nvSpPr>
          <p:cNvPr id="7" name="TekstniOkvir 6"/>
          <p:cNvSpPr txBox="1"/>
          <p:nvPr/>
        </p:nvSpPr>
        <p:spPr>
          <a:xfrm>
            <a:off x="785568" y="6191250"/>
            <a:ext cx="2938865" cy="2462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err="1" smtClean="0"/>
              <a:t>Touch</a:t>
            </a:r>
            <a:r>
              <a:rPr lang="hr-HR" sz="1000" dirty="0" smtClean="0"/>
              <a:t> tipke od mobitela</a:t>
            </a:r>
            <a:endParaRPr lang="hr-HR" sz="1000" dirty="0"/>
          </a:p>
        </p:txBody>
      </p:sp>
      <p:sp>
        <p:nvSpPr>
          <p:cNvPr id="8" name="TekstniOkvir 7"/>
          <p:cNvSpPr txBox="1"/>
          <p:nvPr/>
        </p:nvSpPr>
        <p:spPr>
          <a:xfrm>
            <a:off x="934614" y="931542"/>
            <a:ext cx="1093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 smtClean="0"/>
              <a:t>Promet</a:t>
            </a:r>
            <a:endParaRPr lang="hr-HR" dirty="0"/>
          </a:p>
        </p:txBody>
      </p:sp>
      <p:sp>
        <p:nvSpPr>
          <p:cNvPr id="9" name="TekstniOkvir 8"/>
          <p:cNvSpPr txBox="1"/>
          <p:nvPr/>
        </p:nvSpPr>
        <p:spPr>
          <a:xfrm>
            <a:off x="2656384" y="891523"/>
            <a:ext cx="60007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Zvono (1)</a:t>
            </a:r>
            <a:endParaRPr lang="hr-HR" sz="1000" dirty="0"/>
          </a:p>
        </p:txBody>
      </p:sp>
      <p:sp>
        <p:nvSpPr>
          <p:cNvPr id="10" name="TekstniOkvir 9"/>
          <p:cNvSpPr txBox="1"/>
          <p:nvPr/>
        </p:nvSpPr>
        <p:spPr>
          <a:xfrm>
            <a:off x="3276241" y="891523"/>
            <a:ext cx="60007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Zvijezda (2)</a:t>
            </a:r>
            <a:endParaRPr lang="hr-HR" sz="1000" dirty="0"/>
          </a:p>
        </p:txBody>
      </p:sp>
      <p:sp>
        <p:nvSpPr>
          <p:cNvPr id="11" name="TekstniOkvir 10"/>
          <p:cNvSpPr txBox="1"/>
          <p:nvPr/>
        </p:nvSpPr>
        <p:spPr>
          <a:xfrm>
            <a:off x="1013077" y="1570907"/>
            <a:ext cx="130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Planiraj putovanje</a:t>
            </a:r>
          </a:p>
          <a:p>
            <a:pPr algn="ctr"/>
            <a:r>
              <a:rPr lang="hr-HR" sz="1000" dirty="0" smtClean="0"/>
              <a:t> (3)</a:t>
            </a:r>
            <a:endParaRPr lang="hr-HR" sz="1000" dirty="0"/>
          </a:p>
        </p:txBody>
      </p:sp>
      <p:sp>
        <p:nvSpPr>
          <p:cNvPr id="12" name="TekstniOkvir 11"/>
          <p:cNvSpPr txBox="1"/>
          <p:nvPr/>
        </p:nvSpPr>
        <p:spPr>
          <a:xfrm>
            <a:off x="2674611" y="1566456"/>
            <a:ext cx="86177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Vozni red</a:t>
            </a:r>
          </a:p>
          <a:p>
            <a:pPr algn="ctr"/>
            <a:r>
              <a:rPr lang="hr-HR" sz="1000" dirty="0" smtClean="0"/>
              <a:t> (4)</a:t>
            </a:r>
            <a:endParaRPr lang="hr-HR" sz="1000" dirty="0"/>
          </a:p>
        </p:txBody>
      </p:sp>
      <p:sp>
        <p:nvSpPr>
          <p:cNvPr id="13" name="TekstniOkvir 12"/>
          <p:cNvSpPr txBox="1"/>
          <p:nvPr/>
        </p:nvSpPr>
        <p:spPr>
          <a:xfrm>
            <a:off x="2548642" y="2354701"/>
            <a:ext cx="119889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Stanje u novčaniku</a:t>
            </a:r>
          </a:p>
          <a:p>
            <a:pPr algn="ctr"/>
            <a:r>
              <a:rPr lang="hr-HR" sz="1000" dirty="0" smtClean="0"/>
              <a:t>(6)</a:t>
            </a:r>
            <a:endParaRPr lang="hr-HR" sz="1000" dirty="0"/>
          </a:p>
        </p:txBody>
      </p:sp>
      <p:sp>
        <p:nvSpPr>
          <p:cNvPr id="14" name="TekstniOkvir 13"/>
          <p:cNvSpPr txBox="1"/>
          <p:nvPr/>
        </p:nvSpPr>
        <p:spPr>
          <a:xfrm>
            <a:off x="1046763" y="2321993"/>
            <a:ext cx="111997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Prodajna mjesta</a:t>
            </a:r>
          </a:p>
          <a:p>
            <a:pPr algn="ctr"/>
            <a:r>
              <a:rPr lang="hr-HR" sz="1000" dirty="0" smtClean="0"/>
              <a:t> (5)</a:t>
            </a:r>
            <a:endParaRPr lang="hr-HR" sz="1000" dirty="0"/>
          </a:p>
        </p:txBody>
      </p:sp>
      <p:sp>
        <p:nvSpPr>
          <p:cNvPr id="15" name="TekstniOkvir 14"/>
          <p:cNvSpPr txBox="1"/>
          <p:nvPr/>
        </p:nvSpPr>
        <p:spPr>
          <a:xfrm>
            <a:off x="2588016" y="3128641"/>
            <a:ext cx="98826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Kupi kartu </a:t>
            </a:r>
          </a:p>
          <a:p>
            <a:pPr algn="ctr"/>
            <a:r>
              <a:rPr lang="hr-HR" sz="1000" dirty="0" smtClean="0"/>
              <a:t>(8)</a:t>
            </a:r>
          </a:p>
        </p:txBody>
      </p:sp>
      <p:sp>
        <p:nvSpPr>
          <p:cNvPr id="16" name="TekstniOkvir 15"/>
          <p:cNvSpPr txBox="1"/>
          <p:nvPr/>
        </p:nvSpPr>
        <p:spPr>
          <a:xfrm>
            <a:off x="1010610" y="3114712"/>
            <a:ext cx="124438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Moje karte </a:t>
            </a:r>
          </a:p>
          <a:p>
            <a:pPr algn="ctr"/>
            <a:r>
              <a:rPr lang="hr-HR" sz="1000" dirty="0" smtClean="0"/>
              <a:t>(7)</a:t>
            </a:r>
            <a:endParaRPr lang="hr-HR" sz="1000" dirty="0"/>
          </a:p>
        </p:txBody>
      </p:sp>
      <p:sp>
        <p:nvSpPr>
          <p:cNvPr id="17" name="TekstniOkvir 16"/>
          <p:cNvSpPr txBox="1"/>
          <p:nvPr/>
        </p:nvSpPr>
        <p:spPr>
          <a:xfrm>
            <a:off x="1164846" y="5551885"/>
            <a:ext cx="218030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hr-HR" dirty="0" err="1" smtClean="0"/>
              <a:t>Made</a:t>
            </a:r>
            <a:r>
              <a:rPr lang="hr-HR" dirty="0" smtClean="0"/>
              <a:t> </a:t>
            </a:r>
            <a:r>
              <a:rPr lang="hr-HR" dirty="0" err="1" smtClean="0"/>
              <a:t>by</a:t>
            </a:r>
            <a:r>
              <a:rPr lang="hr-HR" dirty="0" smtClean="0"/>
              <a:t> </a:t>
            </a:r>
            <a:r>
              <a:rPr lang="hr-HR" dirty="0" err="1" smtClean="0"/>
              <a:t>paradižot</a:t>
            </a:r>
            <a:endParaRPr lang="hr-HR" dirty="0" smtClean="0"/>
          </a:p>
        </p:txBody>
      </p:sp>
      <p:sp>
        <p:nvSpPr>
          <p:cNvPr id="18" name="TekstniOkvir 17"/>
          <p:cNvSpPr txBox="1"/>
          <p:nvPr/>
        </p:nvSpPr>
        <p:spPr>
          <a:xfrm>
            <a:off x="1416330" y="4391764"/>
            <a:ext cx="173176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Stanice u blizini</a:t>
            </a:r>
          </a:p>
          <a:p>
            <a:pPr algn="ctr"/>
            <a:r>
              <a:rPr lang="hr-HR" sz="1000" dirty="0" smtClean="0"/>
              <a:t> (10)</a:t>
            </a:r>
            <a:endParaRPr lang="hr-HR" sz="1000" dirty="0"/>
          </a:p>
        </p:txBody>
      </p:sp>
      <p:sp>
        <p:nvSpPr>
          <p:cNvPr id="19" name="TekstniOkvir 18"/>
          <p:cNvSpPr txBox="1"/>
          <p:nvPr/>
        </p:nvSpPr>
        <p:spPr>
          <a:xfrm>
            <a:off x="1481132" y="3803574"/>
            <a:ext cx="166948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Aktiviraj puni profil</a:t>
            </a:r>
          </a:p>
          <a:p>
            <a:pPr algn="ctr"/>
            <a:r>
              <a:rPr lang="hr-HR" sz="1000" dirty="0" smtClean="0"/>
              <a:t> (9)</a:t>
            </a:r>
            <a:endParaRPr lang="hr-HR" sz="1000" dirty="0"/>
          </a:p>
        </p:txBody>
      </p:sp>
      <p:sp>
        <p:nvSpPr>
          <p:cNvPr id="20" name="TekstniOkvir 19"/>
          <p:cNvSpPr txBox="1"/>
          <p:nvPr/>
        </p:nvSpPr>
        <p:spPr>
          <a:xfrm>
            <a:off x="5038724" y="1107439"/>
            <a:ext cx="3571875" cy="3908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400" dirty="0" smtClean="0"/>
              <a:t>Homepage (funkcije)</a:t>
            </a:r>
          </a:p>
          <a:p>
            <a:pPr marL="228600" indent="-228600">
              <a:buAutoNum type="arabicParenBoth"/>
            </a:pPr>
            <a:r>
              <a:rPr lang="hr-HR" sz="1600" dirty="0" smtClean="0"/>
              <a:t>- Vodi na stranicu „</a:t>
            </a:r>
            <a:r>
              <a:rPr lang="hr-HR" sz="1600" dirty="0" smtClean="0">
                <a:hlinkClick r:id="rId2" action="ppaction://hlinksldjump"/>
              </a:rPr>
              <a:t>Obavijesti</a:t>
            </a:r>
            <a:r>
              <a:rPr lang="hr-HR" sz="1600" dirty="0" smtClean="0"/>
              <a:t>”</a:t>
            </a:r>
          </a:p>
          <a:p>
            <a:pPr marL="228600" indent="-228600">
              <a:buAutoNum type="arabicParenBoth"/>
            </a:pPr>
            <a:r>
              <a:rPr lang="hr-HR" sz="1600" dirty="0" smtClean="0"/>
              <a:t>- Vodi na stranicu „</a:t>
            </a:r>
            <a:r>
              <a:rPr lang="hr-HR" sz="1600" dirty="0" smtClean="0">
                <a:hlinkClick r:id="rId3" action="ppaction://hlinksldjump"/>
              </a:rPr>
              <a:t>Zvijezda</a:t>
            </a:r>
            <a:r>
              <a:rPr lang="hr-HR" sz="1600" dirty="0" smtClean="0"/>
              <a:t>” </a:t>
            </a:r>
            <a:r>
              <a:rPr lang="hr-HR" sz="1600" b="1" dirty="0" smtClean="0"/>
              <a:t>(Diskusija potrebna)</a:t>
            </a:r>
          </a:p>
          <a:p>
            <a:pPr marL="228600" indent="-228600">
              <a:buAutoNum type="arabicParenBoth"/>
            </a:pPr>
            <a:r>
              <a:rPr lang="hr-HR" sz="1600" dirty="0" smtClean="0"/>
              <a:t>- Vodi na stranicu „</a:t>
            </a:r>
            <a:r>
              <a:rPr lang="hr-HR" sz="1600" dirty="0" smtClean="0">
                <a:hlinkClick r:id="rId4" action="ppaction://hlinksldjump"/>
              </a:rPr>
              <a:t>Planiraj putovanje</a:t>
            </a:r>
            <a:r>
              <a:rPr lang="hr-HR" sz="1600" dirty="0" smtClean="0"/>
              <a:t>”</a:t>
            </a:r>
          </a:p>
          <a:p>
            <a:pPr marL="228600" indent="-228600">
              <a:buAutoNum type="arabicParenBoth"/>
            </a:pPr>
            <a:r>
              <a:rPr lang="hr-HR" sz="1600" dirty="0" smtClean="0"/>
              <a:t>-Vodi na stranicu „</a:t>
            </a:r>
            <a:r>
              <a:rPr lang="hr-HR" sz="1600" dirty="0" smtClean="0">
                <a:hlinkClick r:id="rId5" action="ppaction://hlinksldjump"/>
              </a:rPr>
              <a:t>Vozni red</a:t>
            </a:r>
            <a:r>
              <a:rPr lang="hr-HR" sz="1600" dirty="0" smtClean="0"/>
              <a:t>”</a:t>
            </a:r>
          </a:p>
          <a:p>
            <a:pPr marL="228600" indent="-228600">
              <a:buAutoNum type="arabicParenBoth"/>
            </a:pPr>
            <a:r>
              <a:rPr lang="hr-HR" sz="1600" dirty="0" smtClean="0"/>
              <a:t>-Vodi na stranicu „</a:t>
            </a:r>
            <a:r>
              <a:rPr lang="hr-HR" sz="1600" dirty="0" smtClean="0">
                <a:hlinkClick r:id="rId6" action="ppaction://hlinksldjump"/>
              </a:rPr>
              <a:t>Prodajna mjesta</a:t>
            </a:r>
            <a:r>
              <a:rPr lang="hr-HR" sz="1600" dirty="0" smtClean="0"/>
              <a:t>”</a:t>
            </a:r>
          </a:p>
          <a:p>
            <a:pPr marL="228600" indent="-228600">
              <a:buAutoNum type="arabicParenBoth"/>
            </a:pPr>
            <a:r>
              <a:rPr lang="hr-HR" sz="1600" dirty="0" smtClean="0"/>
              <a:t>- Vodi na stranicu „</a:t>
            </a:r>
            <a:r>
              <a:rPr lang="hr-HR" sz="1600" dirty="0" smtClean="0">
                <a:hlinkClick r:id="rId7" action="ppaction://hlinksldjump"/>
              </a:rPr>
              <a:t>E-novčanik</a:t>
            </a:r>
            <a:r>
              <a:rPr lang="hr-HR" sz="1600" dirty="0" smtClean="0"/>
              <a:t>” </a:t>
            </a:r>
            <a:r>
              <a:rPr lang="hr-HR" sz="1600" b="1" dirty="0" smtClean="0"/>
              <a:t>(Diskusija potrebna)</a:t>
            </a:r>
          </a:p>
          <a:p>
            <a:pPr marL="228600" indent="-228600">
              <a:buAutoNum type="arabicParenBoth"/>
            </a:pPr>
            <a:r>
              <a:rPr lang="hr-HR" sz="1600" dirty="0" smtClean="0"/>
              <a:t>-</a:t>
            </a:r>
            <a:r>
              <a:rPr lang="hr-HR" sz="1600" dirty="0" smtClean="0"/>
              <a:t>Vodi na stranicu „</a:t>
            </a:r>
            <a:r>
              <a:rPr lang="hr-HR" sz="1600" dirty="0" smtClean="0">
                <a:hlinkClick r:id="rId8" action="ppaction://hlinksldjump"/>
              </a:rPr>
              <a:t>Moje karte</a:t>
            </a:r>
            <a:r>
              <a:rPr lang="hr-HR" sz="1600" dirty="0" smtClean="0"/>
              <a:t>”</a:t>
            </a:r>
          </a:p>
          <a:p>
            <a:pPr marL="228600" indent="-228600">
              <a:buAutoNum type="arabicParenBoth"/>
            </a:pPr>
            <a:r>
              <a:rPr lang="hr-HR" sz="1600" dirty="0" smtClean="0"/>
              <a:t>-Vodi na stranicu „</a:t>
            </a:r>
            <a:r>
              <a:rPr lang="hr-HR" sz="1600" dirty="0" smtClean="0">
                <a:hlinkClick r:id="rId9" action="ppaction://hlinksldjump"/>
              </a:rPr>
              <a:t>Kupi kartu</a:t>
            </a:r>
            <a:r>
              <a:rPr lang="hr-HR" sz="1600" dirty="0" smtClean="0"/>
              <a:t>”</a:t>
            </a:r>
          </a:p>
          <a:p>
            <a:pPr marL="228600" indent="-228600">
              <a:buAutoNum type="arabicParenBoth"/>
            </a:pPr>
            <a:r>
              <a:rPr lang="hr-HR" sz="1600" dirty="0" smtClean="0"/>
              <a:t>-Vodi na stranicu „</a:t>
            </a:r>
            <a:r>
              <a:rPr lang="hr-HR" sz="1600" dirty="0" smtClean="0">
                <a:hlinkClick r:id="rId10" action="ppaction://hlinksldjump"/>
              </a:rPr>
              <a:t>Aktivacija profila</a:t>
            </a:r>
            <a:r>
              <a:rPr lang="hr-HR" sz="1600" dirty="0" smtClean="0"/>
              <a:t>”</a:t>
            </a:r>
          </a:p>
          <a:p>
            <a:pPr marL="228600" indent="-228600">
              <a:buAutoNum type="arabicParenBoth"/>
            </a:pPr>
            <a:r>
              <a:rPr lang="hr-HR" sz="1600" dirty="0" smtClean="0"/>
              <a:t> -Vodi u „</a:t>
            </a:r>
            <a:r>
              <a:rPr lang="hr-HR" sz="1600" dirty="0" smtClean="0">
                <a:hlinkClick r:id="rId11" action="ppaction://hlinksldjump"/>
              </a:rPr>
              <a:t>Google </a:t>
            </a:r>
            <a:r>
              <a:rPr lang="hr-HR" sz="1600" dirty="0" err="1" smtClean="0">
                <a:hlinkClick r:id="rId11" action="ppaction://hlinksldjump"/>
              </a:rPr>
              <a:t>maps</a:t>
            </a:r>
            <a:r>
              <a:rPr lang="hr-HR" sz="1600" dirty="0" smtClean="0"/>
              <a:t>”</a:t>
            </a:r>
            <a:endParaRPr lang="hr-HR" sz="1600" dirty="0" smtClean="0"/>
          </a:p>
          <a:p>
            <a:pPr marL="228600" indent="-228600">
              <a:buAutoNum type="arabicParenBoth"/>
            </a:pPr>
            <a:r>
              <a:rPr lang="hr-HR" sz="1600" dirty="0" smtClean="0"/>
              <a:t>- </a:t>
            </a:r>
            <a:r>
              <a:rPr lang="hr-HR" sz="1600" dirty="0" smtClean="0">
                <a:hlinkClick r:id="rId12" action="ppaction://hlinksldjump"/>
              </a:rPr>
              <a:t>Opcionalno</a:t>
            </a:r>
            <a:r>
              <a:rPr lang="hr-HR" sz="1600" dirty="0" smtClean="0"/>
              <a:t> </a:t>
            </a:r>
            <a:r>
              <a:rPr lang="hr-HR" sz="1600" b="1" dirty="0" smtClean="0"/>
              <a:t>(Diskusija potrebna</a:t>
            </a:r>
            <a:r>
              <a:rPr lang="hr-HR" sz="1600" b="1" dirty="0" smtClean="0"/>
              <a:t>)</a:t>
            </a:r>
          </a:p>
          <a:p>
            <a:pPr marL="228600" indent="-228600">
              <a:buAutoNum type="arabicParenBoth"/>
            </a:pPr>
            <a:r>
              <a:rPr lang="hr-HR" sz="1600" b="1" dirty="0"/>
              <a:t> </a:t>
            </a:r>
            <a:r>
              <a:rPr lang="hr-HR" sz="1600" b="1" dirty="0" smtClean="0"/>
              <a:t>- </a:t>
            </a:r>
            <a:r>
              <a:rPr lang="hr-HR" sz="1600" dirty="0" smtClean="0">
                <a:hlinkClick r:id="rId13" action="ppaction://hlinksldjump"/>
              </a:rPr>
              <a:t>Završne napomene</a:t>
            </a:r>
            <a:endParaRPr lang="hr-HR" sz="1600" dirty="0" smtClean="0"/>
          </a:p>
        </p:txBody>
      </p:sp>
      <p:sp>
        <p:nvSpPr>
          <p:cNvPr id="21" name="TekstniOkvir 20"/>
          <p:cNvSpPr txBox="1"/>
          <p:nvPr/>
        </p:nvSpPr>
        <p:spPr>
          <a:xfrm>
            <a:off x="1416330" y="4991100"/>
            <a:ext cx="184012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hr-HR" sz="1000" dirty="0" smtClean="0"/>
              <a:t>Dodatno </a:t>
            </a:r>
          </a:p>
          <a:p>
            <a:pPr algn="ctr"/>
            <a:r>
              <a:rPr lang="hr-HR" sz="1000" dirty="0" smtClean="0"/>
              <a:t>(11)</a:t>
            </a:r>
            <a:endParaRPr lang="hr-HR" sz="1000" dirty="0"/>
          </a:p>
        </p:txBody>
      </p:sp>
    </p:spTree>
    <p:extLst>
      <p:ext uri="{BB962C8B-B14F-4D97-AF65-F5344CB8AC3E}">
        <p14:creationId xmlns:p14="http://schemas.microsoft.com/office/powerpoint/2010/main" val="3100960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/>
          <p:cNvSpPr txBox="1"/>
          <p:nvPr/>
        </p:nvSpPr>
        <p:spPr>
          <a:xfrm>
            <a:off x="5644078" y="1780144"/>
            <a:ext cx="326571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Obavijesti</a:t>
            </a:r>
            <a:endParaRPr lang="hr-HR" sz="2800" dirty="0"/>
          </a:p>
          <a:p>
            <a:pPr marL="342900" indent="-342900">
              <a:buAutoNum type="arabicParenBoth"/>
            </a:pPr>
            <a:r>
              <a:rPr lang="hr-HR" sz="1400" dirty="0" smtClean="0"/>
              <a:t>– kad se uđe na obavijesti, korisniku se ispišu poruke od prometa</a:t>
            </a:r>
            <a:endParaRPr lang="hr-HR" sz="1400" dirty="0"/>
          </a:p>
          <a:p>
            <a:pPr marL="342900" indent="-342900">
              <a:buAutoNum type="arabicParenBoth"/>
            </a:pPr>
            <a:r>
              <a:rPr lang="hr-HR" sz="1400" dirty="0" smtClean="0"/>
              <a:t>- kad se upre na personalizirano, korisnik dobiva personalizirane poruke od prometa (ako ih ima)</a:t>
            </a:r>
          </a:p>
        </p:txBody>
      </p:sp>
      <p:sp>
        <p:nvSpPr>
          <p:cNvPr id="5" name="Zaobljeni pravokutnik 4"/>
          <p:cNvSpPr/>
          <p:nvPr/>
        </p:nvSpPr>
        <p:spPr>
          <a:xfrm>
            <a:off x="542440" y="371959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" name="TekstniOkvir 1"/>
          <p:cNvSpPr txBox="1"/>
          <p:nvPr/>
        </p:nvSpPr>
        <p:spPr>
          <a:xfrm>
            <a:off x="1264402" y="521107"/>
            <a:ext cx="1981200" cy="374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 smtClean="0"/>
              <a:t>Obavijesti</a:t>
            </a:r>
            <a:endParaRPr lang="hr-HR" dirty="0"/>
          </a:p>
        </p:txBody>
      </p:sp>
      <p:sp>
        <p:nvSpPr>
          <p:cNvPr id="3" name="TekstniOkvir 2"/>
          <p:cNvSpPr txBox="1"/>
          <p:nvPr/>
        </p:nvSpPr>
        <p:spPr>
          <a:xfrm>
            <a:off x="749965" y="1122218"/>
            <a:ext cx="12312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 smtClean="0"/>
              <a:t>Promet (1)</a:t>
            </a:r>
            <a:endParaRPr lang="hr-HR" dirty="0"/>
          </a:p>
        </p:txBody>
      </p:sp>
      <p:sp>
        <p:nvSpPr>
          <p:cNvPr id="6" name="TekstniOkvir 5"/>
          <p:cNvSpPr txBox="1"/>
          <p:nvPr/>
        </p:nvSpPr>
        <p:spPr>
          <a:xfrm>
            <a:off x="1981200" y="1132199"/>
            <a:ext cx="2067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 smtClean="0"/>
              <a:t>Personalizirano (2)</a:t>
            </a:r>
            <a:endParaRPr lang="hr-HR" dirty="0"/>
          </a:p>
        </p:txBody>
      </p:sp>
      <p:sp>
        <p:nvSpPr>
          <p:cNvPr id="7" name="TekstniOkvir 6"/>
          <p:cNvSpPr txBox="1"/>
          <p:nvPr/>
        </p:nvSpPr>
        <p:spPr>
          <a:xfrm>
            <a:off x="871250" y="1780144"/>
            <a:ext cx="276750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hr-HR" dirty="0" smtClean="0"/>
              <a:t>cccccccccccccccccccccccccccccccccccccccccccccccccccccccccccccccccccccccccc</a:t>
            </a:r>
            <a:endParaRPr lang="hr-HR" dirty="0"/>
          </a:p>
        </p:txBody>
      </p:sp>
      <p:sp>
        <p:nvSpPr>
          <p:cNvPr id="8" name="TekstniOkvir 7"/>
          <p:cNvSpPr txBox="1"/>
          <p:nvPr/>
        </p:nvSpPr>
        <p:spPr>
          <a:xfrm>
            <a:off x="871250" y="3126774"/>
            <a:ext cx="2630544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hr-HR" dirty="0" err="1" smtClean="0"/>
              <a:t>cccccccccccccccccccccccccccccccccccccccccccccccccccccccccc</a:t>
            </a:r>
            <a:endParaRPr lang="hr-HR" dirty="0"/>
          </a:p>
        </p:txBody>
      </p:sp>
      <p:sp>
        <p:nvSpPr>
          <p:cNvPr id="9" name="TekstniOkvir 8"/>
          <p:cNvSpPr txBox="1"/>
          <p:nvPr/>
        </p:nvSpPr>
        <p:spPr>
          <a:xfrm>
            <a:off x="871250" y="4471790"/>
            <a:ext cx="246270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hr-HR" dirty="0" err="1" smtClean="0"/>
              <a:t>cccccccccccccccccccccccccccccccccccccccccccccccccccccccc</a:t>
            </a:r>
            <a:endParaRPr lang="hr-HR" dirty="0"/>
          </a:p>
        </p:txBody>
      </p:sp>
      <p:sp>
        <p:nvSpPr>
          <p:cNvPr id="10" name="Akcijski gumb: Povratak 9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31090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niOkvir 3"/>
          <p:cNvSpPr txBox="1"/>
          <p:nvPr/>
        </p:nvSpPr>
        <p:spPr>
          <a:xfrm>
            <a:off x="5838041" y="1392217"/>
            <a:ext cx="32657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Zvijezda</a:t>
            </a:r>
          </a:p>
          <a:p>
            <a:r>
              <a:rPr lang="hr-HR" sz="1400" dirty="0" smtClean="0"/>
              <a:t>Ne znam što bi ovo trebalo radit, trebalo bi prodiskutirat.</a:t>
            </a:r>
            <a:endParaRPr lang="hr-HR" sz="1400" dirty="0"/>
          </a:p>
        </p:txBody>
      </p:sp>
      <p:sp>
        <p:nvSpPr>
          <p:cNvPr id="5" name="Zaobljeni pravokutnik 4"/>
          <p:cNvSpPr/>
          <p:nvPr/>
        </p:nvSpPr>
        <p:spPr>
          <a:xfrm>
            <a:off x="611713" y="316540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6" name="Akcijski gumb: Povratak 5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5259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obljeni pravokutnik 3"/>
          <p:cNvSpPr/>
          <p:nvPr/>
        </p:nvSpPr>
        <p:spPr>
          <a:xfrm>
            <a:off x="611713" y="316540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5" name="TekstniOkvir 4"/>
          <p:cNvSpPr txBox="1"/>
          <p:nvPr/>
        </p:nvSpPr>
        <p:spPr>
          <a:xfrm>
            <a:off x="5838041" y="1392217"/>
            <a:ext cx="32657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Planiraj putovanje</a:t>
            </a:r>
          </a:p>
          <a:p>
            <a:r>
              <a:rPr lang="hr-HR" sz="1400" dirty="0" smtClean="0"/>
              <a:t>Odabire se stanica od mjesta na kojem jesi, do mjesta na koje želiš ići. Pokaže ti </a:t>
            </a:r>
            <a:r>
              <a:rPr lang="hr-HR" sz="1400" dirty="0" err="1" smtClean="0"/>
              <a:t>buseve</a:t>
            </a:r>
            <a:r>
              <a:rPr lang="hr-HR" sz="1400" dirty="0" smtClean="0"/>
              <a:t> u koje moraš ući  i gdje će te dovesti.</a:t>
            </a:r>
            <a:endParaRPr lang="hr-HR" sz="1400" dirty="0"/>
          </a:p>
        </p:txBody>
      </p:sp>
      <p:sp>
        <p:nvSpPr>
          <p:cNvPr id="6" name="Akcijski gumb: Povratak 5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53" y="581058"/>
            <a:ext cx="3084843" cy="5639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3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aobljeni pravokutnik 4"/>
          <p:cNvSpPr/>
          <p:nvPr/>
        </p:nvSpPr>
        <p:spPr>
          <a:xfrm>
            <a:off x="611713" y="316540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6" name="TekstniOkvir 5"/>
          <p:cNvSpPr txBox="1"/>
          <p:nvPr/>
        </p:nvSpPr>
        <p:spPr>
          <a:xfrm>
            <a:off x="5838041" y="1392217"/>
            <a:ext cx="32657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Vozni red</a:t>
            </a:r>
          </a:p>
          <a:p>
            <a:r>
              <a:rPr lang="hr-HR" sz="1400" dirty="0" smtClean="0"/>
              <a:t>Vozni red. Uđeš  u određeni bus i trebalo bi ti pokazati koji trenutno voze,  i kad upreš na taj bus, trebalo bi ti pokazati gdje se taj određeni nalazi.</a:t>
            </a:r>
            <a:endParaRPr lang="hr-HR" sz="1400" dirty="0"/>
          </a:p>
        </p:txBody>
      </p:sp>
      <p:sp>
        <p:nvSpPr>
          <p:cNvPr id="7" name="Akcijski gumb: Povratak 6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8" name="Slika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535"/>
          <a:stretch/>
        </p:blipFill>
        <p:spPr>
          <a:xfrm>
            <a:off x="782229" y="512618"/>
            <a:ext cx="3084091" cy="574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945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obljeni pravokutnik 3"/>
          <p:cNvSpPr/>
          <p:nvPr/>
        </p:nvSpPr>
        <p:spPr>
          <a:xfrm>
            <a:off x="611713" y="316540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5" name="TekstniOkvir 4"/>
          <p:cNvSpPr txBox="1"/>
          <p:nvPr/>
        </p:nvSpPr>
        <p:spPr>
          <a:xfrm>
            <a:off x="8141524" y="1773721"/>
            <a:ext cx="32657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Prodajna mjesta</a:t>
            </a:r>
          </a:p>
          <a:p>
            <a:r>
              <a:rPr lang="hr-HR" sz="1400" dirty="0" smtClean="0"/>
              <a:t>Mjesta na kojima se prodaju karte i radno </a:t>
            </a:r>
            <a:r>
              <a:rPr lang="hr-HR" sz="1400" dirty="0" err="1" smtClean="0"/>
              <a:t>vrime</a:t>
            </a:r>
            <a:r>
              <a:rPr lang="hr-HR" sz="1400" dirty="0" smtClean="0"/>
              <a:t>.</a:t>
            </a:r>
            <a:endParaRPr lang="hr-HR" sz="1400" dirty="0"/>
          </a:p>
        </p:txBody>
      </p:sp>
      <p:sp>
        <p:nvSpPr>
          <p:cNvPr id="6" name="Akcijski gumb: Povratak 5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691" y="487479"/>
            <a:ext cx="2854036" cy="5826448"/>
          </a:xfrm>
          <a:prstGeom prst="rect">
            <a:avLst/>
          </a:prstGeom>
        </p:spPr>
      </p:pic>
      <p:sp>
        <p:nvSpPr>
          <p:cNvPr id="8" name="Zaobljeni pravokutnik 7"/>
          <p:cNvSpPr/>
          <p:nvPr/>
        </p:nvSpPr>
        <p:spPr>
          <a:xfrm>
            <a:off x="4200040" y="316539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9" name="Slika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020" y="487479"/>
            <a:ext cx="2937163" cy="582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31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obljeni pravokutnik 3"/>
          <p:cNvSpPr/>
          <p:nvPr/>
        </p:nvSpPr>
        <p:spPr>
          <a:xfrm>
            <a:off x="611713" y="316540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5" name="TekstniOkvir 4"/>
          <p:cNvSpPr txBox="1"/>
          <p:nvPr/>
        </p:nvSpPr>
        <p:spPr>
          <a:xfrm>
            <a:off x="5838041" y="1392217"/>
            <a:ext cx="32657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E - novčanik</a:t>
            </a:r>
          </a:p>
          <a:p>
            <a:r>
              <a:rPr lang="hr-HR" sz="1400" dirty="0" smtClean="0"/>
              <a:t>Ovo moramo prodiskutirat jer ovo želimo konkretno popravit.</a:t>
            </a:r>
            <a:endParaRPr lang="hr-HR" sz="1400" dirty="0"/>
          </a:p>
        </p:txBody>
      </p:sp>
      <p:sp>
        <p:nvSpPr>
          <p:cNvPr id="6" name="Akcijski gumb: Povratak 5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941068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obljeni pravokutnik 3"/>
          <p:cNvSpPr/>
          <p:nvPr/>
        </p:nvSpPr>
        <p:spPr>
          <a:xfrm>
            <a:off x="611713" y="316540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5" name="TekstniOkvir 4"/>
          <p:cNvSpPr txBox="1"/>
          <p:nvPr/>
        </p:nvSpPr>
        <p:spPr>
          <a:xfrm>
            <a:off x="5838041" y="1392217"/>
            <a:ext cx="32657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Moje karte</a:t>
            </a:r>
          </a:p>
          <a:p>
            <a:r>
              <a:rPr lang="hr-HR" sz="1400" dirty="0" smtClean="0"/>
              <a:t>Koliko kužim ovdje su kupljene karte i iskorištene karte (</a:t>
            </a:r>
            <a:r>
              <a:rPr lang="hr-HR" sz="1400" dirty="0" err="1" smtClean="0"/>
              <a:t>basically</a:t>
            </a:r>
            <a:r>
              <a:rPr lang="hr-HR" sz="1400" dirty="0" smtClean="0"/>
              <a:t> ‘računi’ karata)</a:t>
            </a:r>
            <a:endParaRPr lang="hr-HR" sz="1400" dirty="0"/>
          </a:p>
        </p:txBody>
      </p:sp>
      <p:sp>
        <p:nvSpPr>
          <p:cNvPr id="6" name="Akcijski gumb: Povratak 5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604" y="406328"/>
            <a:ext cx="2784124" cy="595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128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obljeni pravokutnik 3"/>
          <p:cNvSpPr/>
          <p:nvPr/>
        </p:nvSpPr>
        <p:spPr>
          <a:xfrm>
            <a:off x="611713" y="316540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5" name="TekstniOkvir 4"/>
          <p:cNvSpPr txBox="1"/>
          <p:nvPr/>
        </p:nvSpPr>
        <p:spPr>
          <a:xfrm>
            <a:off x="5838041" y="1392217"/>
            <a:ext cx="32657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Kupi kartu</a:t>
            </a:r>
            <a:endParaRPr lang="hr-HR" sz="2800" dirty="0" smtClean="0"/>
          </a:p>
          <a:p>
            <a:r>
              <a:rPr lang="hr-HR" sz="1400" dirty="0" smtClean="0"/>
              <a:t>Valjda kupovanje karte za određenu zonu.</a:t>
            </a:r>
            <a:endParaRPr lang="hr-HR" sz="1400" dirty="0"/>
          </a:p>
        </p:txBody>
      </p:sp>
      <p:sp>
        <p:nvSpPr>
          <p:cNvPr id="6" name="Akcijski gumb: Povratak 5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87" y="419620"/>
            <a:ext cx="2682975" cy="5962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02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obljeni pravokutnik 3"/>
          <p:cNvSpPr/>
          <p:nvPr/>
        </p:nvSpPr>
        <p:spPr>
          <a:xfrm>
            <a:off x="611713" y="316540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5" name="TekstniOkvir 4"/>
          <p:cNvSpPr txBox="1"/>
          <p:nvPr/>
        </p:nvSpPr>
        <p:spPr>
          <a:xfrm>
            <a:off x="5838041" y="1392217"/>
            <a:ext cx="32657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Aktivacija profila</a:t>
            </a:r>
          </a:p>
          <a:p>
            <a:r>
              <a:rPr lang="hr-HR" sz="1400" dirty="0" smtClean="0"/>
              <a:t>Aktivacija punog profila. </a:t>
            </a:r>
            <a:endParaRPr lang="hr-HR" sz="1400" dirty="0"/>
          </a:p>
        </p:txBody>
      </p:sp>
      <p:sp>
        <p:nvSpPr>
          <p:cNvPr id="6" name="Akcijski gumb: Povratak 5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324" y="484321"/>
            <a:ext cx="2624744" cy="583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899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obljeni pravokutnik 3"/>
          <p:cNvSpPr/>
          <p:nvPr/>
        </p:nvSpPr>
        <p:spPr>
          <a:xfrm>
            <a:off x="611713" y="316540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5" name="TekstniOkvir 4"/>
          <p:cNvSpPr txBox="1"/>
          <p:nvPr/>
        </p:nvSpPr>
        <p:spPr>
          <a:xfrm>
            <a:off x="5838041" y="1392217"/>
            <a:ext cx="35414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Google </a:t>
            </a:r>
            <a:r>
              <a:rPr lang="hr-HR" sz="2800" dirty="0" err="1" smtClean="0"/>
              <a:t>maps</a:t>
            </a:r>
            <a:r>
              <a:rPr lang="hr-HR" sz="2800" dirty="0" smtClean="0"/>
              <a:t> </a:t>
            </a:r>
          </a:p>
          <a:p>
            <a:r>
              <a:rPr lang="hr-HR" sz="1400" dirty="0" smtClean="0"/>
              <a:t>Prikazuje sve stanice na karti. </a:t>
            </a:r>
            <a:endParaRPr lang="hr-HR" sz="1400" dirty="0"/>
          </a:p>
        </p:txBody>
      </p:sp>
      <p:sp>
        <p:nvSpPr>
          <p:cNvPr id="6" name="Akcijski gumb: Povratak 5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691" y="456611"/>
            <a:ext cx="2951886" cy="588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533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aobljeni pravokutnik 3"/>
          <p:cNvSpPr/>
          <p:nvPr/>
        </p:nvSpPr>
        <p:spPr>
          <a:xfrm>
            <a:off x="611713" y="316540"/>
            <a:ext cx="3425125" cy="616832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5" name="TekstniOkvir 4"/>
          <p:cNvSpPr txBox="1"/>
          <p:nvPr/>
        </p:nvSpPr>
        <p:spPr>
          <a:xfrm>
            <a:off x="5838041" y="1392217"/>
            <a:ext cx="326571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800" dirty="0" smtClean="0"/>
              <a:t>Opcionalno</a:t>
            </a:r>
          </a:p>
          <a:p>
            <a:r>
              <a:rPr lang="hr-HR" sz="1400" dirty="0" smtClean="0"/>
              <a:t>Na web verziji, ima karta koja prikazuje sve </a:t>
            </a:r>
            <a:r>
              <a:rPr lang="hr-HR" sz="1400" dirty="0" err="1" smtClean="0"/>
              <a:t>buseve</a:t>
            </a:r>
            <a:r>
              <a:rPr lang="hr-HR" sz="1400" dirty="0" smtClean="0"/>
              <a:t> u trenutnom vremenu i kako se kreću. Trebamo li to implementirati?</a:t>
            </a:r>
            <a:endParaRPr lang="hr-HR" sz="1400" dirty="0"/>
          </a:p>
        </p:txBody>
      </p:sp>
      <p:sp>
        <p:nvSpPr>
          <p:cNvPr id="6" name="Akcijski gumb: Povratak 5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429344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kcijski gumb: Povratak 3">
            <a:hlinkClick r:id="" action="ppaction://hlinkshowjump?jump=firstslide" highlightClick="1"/>
          </p:cNvPr>
          <p:cNvSpPr/>
          <p:nvPr/>
        </p:nvSpPr>
        <p:spPr>
          <a:xfrm>
            <a:off x="9906000" y="328902"/>
            <a:ext cx="1620982" cy="1129572"/>
          </a:xfrm>
          <a:prstGeom prst="actionButtonRetur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5" name="TekstniOkvir 4"/>
          <p:cNvSpPr txBox="1"/>
          <p:nvPr/>
        </p:nvSpPr>
        <p:spPr>
          <a:xfrm>
            <a:off x="2646218" y="1870364"/>
            <a:ext cx="51123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 smtClean="0"/>
              <a:t>Trebamo li napraviti </a:t>
            </a:r>
            <a:r>
              <a:rPr lang="hr-HR" dirty="0" err="1" smtClean="0"/>
              <a:t>admin</a:t>
            </a:r>
            <a:r>
              <a:rPr lang="hr-HR" dirty="0" smtClean="0"/>
              <a:t> verziju aplikacije? Je li to previše?</a:t>
            </a:r>
          </a:p>
          <a:p>
            <a:endParaRPr lang="hr-HR" dirty="0"/>
          </a:p>
        </p:txBody>
      </p:sp>
      <p:sp>
        <p:nvSpPr>
          <p:cNvPr id="6" name="TekstniOkvir 5"/>
          <p:cNvSpPr txBox="1"/>
          <p:nvPr/>
        </p:nvSpPr>
        <p:spPr>
          <a:xfrm>
            <a:off x="789710" y="2918385"/>
            <a:ext cx="51954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dirty="0" err="1" smtClean="0"/>
              <a:t>Backend</a:t>
            </a:r>
            <a:r>
              <a:rPr lang="hr-HR" dirty="0" smtClean="0"/>
              <a:t>: </a:t>
            </a:r>
            <a:r>
              <a:rPr lang="hr-HR" dirty="0" err="1" smtClean="0"/>
              <a:t>Supabase</a:t>
            </a:r>
            <a:r>
              <a:rPr lang="hr-HR" dirty="0" smtClean="0"/>
              <a:t>, </a:t>
            </a:r>
            <a:r>
              <a:rPr lang="hr-HR" dirty="0" err="1" smtClean="0"/>
              <a:t>Firebase</a:t>
            </a:r>
            <a:r>
              <a:rPr lang="hr-HR" dirty="0" smtClean="0"/>
              <a:t>, </a:t>
            </a:r>
            <a:r>
              <a:rPr lang="hr-HR" dirty="0" err="1" smtClean="0"/>
              <a:t>Appwrite</a:t>
            </a:r>
            <a:r>
              <a:rPr lang="hr-HR" dirty="0" smtClean="0"/>
              <a:t>, Back4App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dirty="0" smtClean="0"/>
              <a:t>Za bazu chat preporučuje Back4App (</a:t>
            </a:r>
            <a:r>
              <a:rPr lang="hr-HR" dirty="0" err="1" smtClean="0"/>
              <a:t>beginer-friendly</a:t>
            </a:r>
            <a:r>
              <a:rPr lang="hr-HR" dirty="0" smtClean="0"/>
              <a:t>) ili </a:t>
            </a:r>
            <a:r>
              <a:rPr lang="hr-HR" dirty="0" err="1" smtClean="0"/>
              <a:t>SupraBase</a:t>
            </a:r>
            <a:endParaRPr lang="hr-HR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dirty="0" smtClean="0"/>
              <a:t>Što se tiče podataka u bazi, moja je pretpostavka: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r-HR" dirty="0" smtClean="0"/>
              <a:t>Korisnički podaci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r-HR" dirty="0" smtClean="0"/>
              <a:t>Bankovni podaci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r-HR" dirty="0" smtClean="0"/>
              <a:t>Podatci o kartama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r-HR" dirty="0" smtClean="0"/>
              <a:t>Možda podaci o lokaciji </a:t>
            </a:r>
            <a:r>
              <a:rPr lang="hr-HR" dirty="0" err="1" smtClean="0"/>
              <a:t>buseva</a:t>
            </a:r>
            <a:r>
              <a:rPr lang="hr-HR" dirty="0" smtClean="0"/>
              <a:t> vezano za karte ili prikaz na karti</a:t>
            </a:r>
            <a:endParaRPr lang="hr-H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hr-HR" dirty="0" smtClean="0"/>
          </a:p>
        </p:txBody>
      </p:sp>
      <p:sp>
        <p:nvSpPr>
          <p:cNvPr id="21" name="TekstniOkvir 20"/>
          <p:cNvSpPr txBox="1"/>
          <p:nvPr/>
        </p:nvSpPr>
        <p:spPr>
          <a:xfrm>
            <a:off x="6677891" y="2793694"/>
            <a:ext cx="48490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dirty="0" smtClean="0"/>
              <a:t>Netko treba napravit </a:t>
            </a:r>
            <a:r>
              <a:rPr lang="hr-HR" dirty="0" err="1" smtClean="0"/>
              <a:t>autentifikaciju</a:t>
            </a:r>
            <a:r>
              <a:rPr lang="hr-HR" dirty="0" smtClean="0"/>
              <a:t>: </a:t>
            </a:r>
            <a:r>
              <a:rPr lang="hr-HR" dirty="0" err="1" smtClean="0"/>
              <a:t>Firebase</a:t>
            </a:r>
            <a:r>
              <a:rPr lang="hr-HR" dirty="0" smtClean="0"/>
              <a:t>, </a:t>
            </a:r>
            <a:r>
              <a:rPr lang="hr-HR" dirty="0" err="1" smtClean="0"/>
              <a:t>Supabase</a:t>
            </a:r>
            <a:r>
              <a:rPr lang="hr-HR" dirty="0" smtClean="0"/>
              <a:t>, </a:t>
            </a:r>
            <a:r>
              <a:rPr lang="hr-HR" dirty="0" err="1" smtClean="0"/>
              <a:t>Appwrite</a:t>
            </a:r>
            <a:endParaRPr lang="hr-HR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dirty="0" smtClean="0"/>
              <a:t>API, </a:t>
            </a:r>
            <a:r>
              <a:rPr lang="hr-HR" dirty="0" err="1" smtClean="0"/>
              <a:t>nzn</a:t>
            </a:r>
            <a:r>
              <a:rPr lang="hr-HR" dirty="0" smtClean="0"/>
              <a:t> </a:t>
            </a:r>
            <a:r>
              <a:rPr lang="hr-HR" dirty="0" err="1" smtClean="0"/>
              <a:t>tolko</a:t>
            </a:r>
            <a:r>
              <a:rPr lang="hr-HR" dirty="0" smtClean="0"/>
              <a:t> što ćemo za ovo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dirty="0" smtClean="0"/>
              <a:t>Hosting (mjesto di ćemo pokrenuti </a:t>
            </a:r>
            <a:r>
              <a:rPr lang="hr-HR" dirty="0" err="1" smtClean="0"/>
              <a:t>backed</a:t>
            </a:r>
            <a:r>
              <a:rPr lang="hr-HR" dirty="0" smtClean="0"/>
              <a:t>): </a:t>
            </a:r>
            <a:r>
              <a:rPr lang="hr-HR" dirty="0" err="1" smtClean="0"/>
              <a:t>Supabase</a:t>
            </a:r>
            <a:r>
              <a:rPr lang="hr-HR" dirty="0" smtClean="0"/>
              <a:t>, </a:t>
            </a:r>
            <a:r>
              <a:rPr lang="hr-HR" dirty="0" err="1" smtClean="0"/>
              <a:t>Firebase</a:t>
            </a:r>
            <a:r>
              <a:rPr lang="hr-HR" dirty="0" smtClean="0"/>
              <a:t> ga imaju ugrađeno</a:t>
            </a:r>
          </a:p>
        </p:txBody>
      </p:sp>
    </p:spTree>
    <p:extLst>
      <p:ext uri="{BB962C8B-B14F-4D97-AF65-F5344CB8AC3E}">
        <p14:creationId xmlns:p14="http://schemas.microsoft.com/office/powerpoint/2010/main" val="39595494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474</Words>
  <Application>Microsoft Office PowerPoint</Application>
  <PresentationFormat>Široki zaslon</PresentationFormat>
  <Paragraphs>77</Paragraphs>
  <Slides>13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3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Tema sustava Office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prezentacija</dc:title>
  <dc:creator>korisnik</dc:creator>
  <cp:lastModifiedBy>korisnik</cp:lastModifiedBy>
  <cp:revision>14</cp:revision>
  <dcterms:created xsi:type="dcterms:W3CDTF">2025-11-28T18:14:47Z</dcterms:created>
  <dcterms:modified xsi:type="dcterms:W3CDTF">2025-11-29T00:28:05Z</dcterms:modified>
</cp:coreProperties>
</file>