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29CD84-85C4-00CA-46C6-9E7A33697DF6}" v="110" dt="2026-01-26T14:26:27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9A0CDB-D934-451C-B837-9E7CCC53769A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DFD07C-D9D8-49D6-BE4C-CA9B536B277A}">
      <dgm:prSet/>
      <dgm:spPr/>
      <dgm:t>
        <a:bodyPr/>
        <a:lstStyle/>
        <a:p>
          <a:r>
            <a:rPr lang="en-US" baseline="0"/>
            <a:t>Pregled mjesta (stadioni, dvorane, kazališta)</a:t>
          </a:r>
          <a:endParaRPr lang="en-US"/>
        </a:p>
      </dgm:t>
    </dgm:pt>
    <dgm:pt modelId="{724BB944-A2B1-4505-93AE-A91B6F8E8D15}" type="parTrans" cxnId="{3485C615-B775-4721-B137-8934C0D2B77B}">
      <dgm:prSet/>
      <dgm:spPr/>
      <dgm:t>
        <a:bodyPr/>
        <a:lstStyle/>
        <a:p>
          <a:endParaRPr lang="en-US"/>
        </a:p>
      </dgm:t>
    </dgm:pt>
    <dgm:pt modelId="{61FD4ADD-A781-4F7E-9E54-CAD8E91BFBA2}" type="sibTrans" cxnId="{3485C615-B775-4721-B137-8934C0D2B77B}">
      <dgm:prSet/>
      <dgm:spPr/>
      <dgm:t>
        <a:bodyPr/>
        <a:lstStyle/>
        <a:p>
          <a:endParaRPr lang="en-US"/>
        </a:p>
      </dgm:t>
    </dgm:pt>
    <dgm:pt modelId="{007459A1-133D-4F25-A54A-E02B0FB51584}">
      <dgm:prSet/>
      <dgm:spPr/>
      <dgm:t>
        <a:bodyPr/>
        <a:lstStyle/>
        <a:p>
          <a:r>
            <a:rPr lang="en-US" baseline="0"/>
            <a:t>Interaktivna SVG mapa sjedala po sekcijama</a:t>
          </a:r>
          <a:endParaRPr lang="en-US"/>
        </a:p>
      </dgm:t>
    </dgm:pt>
    <dgm:pt modelId="{96E61BC3-9E23-442F-850A-CA91E30495A1}" type="parTrans" cxnId="{6773226C-0E20-487F-A584-3B0572ABE442}">
      <dgm:prSet/>
      <dgm:spPr/>
      <dgm:t>
        <a:bodyPr/>
        <a:lstStyle/>
        <a:p>
          <a:endParaRPr lang="en-US"/>
        </a:p>
      </dgm:t>
    </dgm:pt>
    <dgm:pt modelId="{76AA9EED-53C8-4F71-9006-1E969649A8AF}" type="sibTrans" cxnId="{6773226C-0E20-487F-A584-3B0572ABE442}">
      <dgm:prSet/>
      <dgm:spPr/>
      <dgm:t>
        <a:bodyPr/>
        <a:lstStyle/>
        <a:p>
          <a:endParaRPr lang="en-US"/>
        </a:p>
      </dgm:t>
    </dgm:pt>
    <dgm:pt modelId="{D095D01F-5C17-4694-AC93-A10757063E2B}">
      <dgm:prSet/>
      <dgm:spPr/>
      <dgm:t>
        <a:bodyPr/>
        <a:lstStyle/>
        <a:p>
          <a:r>
            <a:rPr lang="en-US" baseline="0"/>
            <a:t>360° virtualni pogled s pozicije sjedala</a:t>
          </a:r>
          <a:endParaRPr lang="en-US"/>
        </a:p>
      </dgm:t>
    </dgm:pt>
    <dgm:pt modelId="{C54797B5-9A7E-45BD-A736-B54E52BE3C7A}" type="parTrans" cxnId="{03537F1D-CCDC-40A0-B3E0-0DDD1FAAD744}">
      <dgm:prSet/>
      <dgm:spPr/>
      <dgm:t>
        <a:bodyPr/>
        <a:lstStyle/>
        <a:p>
          <a:endParaRPr lang="en-US"/>
        </a:p>
      </dgm:t>
    </dgm:pt>
    <dgm:pt modelId="{CA555A28-6717-4B2F-8C0F-C07B509B9519}" type="sibTrans" cxnId="{03537F1D-CCDC-40A0-B3E0-0DDD1FAAD744}">
      <dgm:prSet/>
      <dgm:spPr/>
      <dgm:t>
        <a:bodyPr/>
        <a:lstStyle/>
        <a:p>
          <a:endParaRPr lang="en-US"/>
        </a:p>
      </dgm:t>
    </dgm:pt>
    <dgm:pt modelId="{0CD1EC07-5E59-48CA-839A-638B5E9C8EED}">
      <dgm:prSet/>
      <dgm:spPr/>
      <dgm:t>
        <a:bodyPr/>
        <a:lstStyle/>
        <a:p>
          <a:r>
            <a:rPr lang="en-US" baseline="0"/>
            <a:t>Sustav recenzija s više kategorija ocjenjivanja</a:t>
          </a:r>
          <a:endParaRPr lang="en-US"/>
        </a:p>
      </dgm:t>
    </dgm:pt>
    <dgm:pt modelId="{757DC826-741F-4B23-8D02-236EB0CF842B}" type="parTrans" cxnId="{BF7B6952-7B43-403B-8417-7F180F2E6883}">
      <dgm:prSet/>
      <dgm:spPr/>
      <dgm:t>
        <a:bodyPr/>
        <a:lstStyle/>
        <a:p>
          <a:endParaRPr lang="en-US"/>
        </a:p>
      </dgm:t>
    </dgm:pt>
    <dgm:pt modelId="{1694FB56-261F-47B3-93E9-D5B5CB33EA4B}" type="sibTrans" cxnId="{BF7B6952-7B43-403B-8417-7F180F2E6883}">
      <dgm:prSet/>
      <dgm:spPr/>
      <dgm:t>
        <a:bodyPr/>
        <a:lstStyle/>
        <a:p>
          <a:endParaRPr lang="en-US"/>
        </a:p>
      </dgm:t>
    </dgm:pt>
    <dgm:pt modelId="{92773931-E98A-4C46-BCE0-D3B0F9C08FE3}" type="pres">
      <dgm:prSet presAssocID="{489A0CDB-D934-451C-B837-9E7CCC53769A}" presName="outerComposite" presStyleCnt="0">
        <dgm:presLayoutVars>
          <dgm:chMax val="5"/>
          <dgm:dir/>
          <dgm:resizeHandles val="exact"/>
        </dgm:presLayoutVars>
      </dgm:prSet>
      <dgm:spPr/>
    </dgm:pt>
    <dgm:pt modelId="{328D3689-DD43-4DBD-A56E-692B189E599A}" type="pres">
      <dgm:prSet presAssocID="{489A0CDB-D934-451C-B837-9E7CCC53769A}" presName="dummyMaxCanvas" presStyleCnt="0">
        <dgm:presLayoutVars/>
      </dgm:prSet>
      <dgm:spPr/>
    </dgm:pt>
    <dgm:pt modelId="{0264AC6B-F3AB-4D19-95A8-DA2FE705E110}" type="pres">
      <dgm:prSet presAssocID="{489A0CDB-D934-451C-B837-9E7CCC53769A}" presName="FourNodes_1" presStyleLbl="node1" presStyleIdx="0" presStyleCnt="4">
        <dgm:presLayoutVars>
          <dgm:bulletEnabled val="1"/>
        </dgm:presLayoutVars>
      </dgm:prSet>
      <dgm:spPr/>
    </dgm:pt>
    <dgm:pt modelId="{4F1C3BA8-B598-4538-9E9B-B208ECBB6200}" type="pres">
      <dgm:prSet presAssocID="{489A0CDB-D934-451C-B837-9E7CCC53769A}" presName="FourNodes_2" presStyleLbl="node1" presStyleIdx="1" presStyleCnt="4">
        <dgm:presLayoutVars>
          <dgm:bulletEnabled val="1"/>
        </dgm:presLayoutVars>
      </dgm:prSet>
      <dgm:spPr/>
    </dgm:pt>
    <dgm:pt modelId="{F3BE879F-06B8-424C-95B3-0538DECDC8B4}" type="pres">
      <dgm:prSet presAssocID="{489A0CDB-D934-451C-B837-9E7CCC53769A}" presName="FourNodes_3" presStyleLbl="node1" presStyleIdx="2" presStyleCnt="4">
        <dgm:presLayoutVars>
          <dgm:bulletEnabled val="1"/>
        </dgm:presLayoutVars>
      </dgm:prSet>
      <dgm:spPr/>
    </dgm:pt>
    <dgm:pt modelId="{6763C898-628D-4E58-B14E-2A2443FB03B7}" type="pres">
      <dgm:prSet presAssocID="{489A0CDB-D934-451C-B837-9E7CCC53769A}" presName="FourNodes_4" presStyleLbl="node1" presStyleIdx="3" presStyleCnt="4">
        <dgm:presLayoutVars>
          <dgm:bulletEnabled val="1"/>
        </dgm:presLayoutVars>
      </dgm:prSet>
      <dgm:spPr/>
    </dgm:pt>
    <dgm:pt modelId="{95C2638E-19CE-4F50-9784-60A27688A9FD}" type="pres">
      <dgm:prSet presAssocID="{489A0CDB-D934-451C-B837-9E7CCC53769A}" presName="FourConn_1-2" presStyleLbl="fgAccFollowNode1" presStyleIdx="0" presStyleCnt="3">
        <dgm:presLayoutVars>
          <dgm:bulletEnabled val="1"/>
        </dgm:presLayoutVars>
      </dgm:prSet>
      <dgm:spPr/>
    </dgm:pt>
    <dgm:pt modelId="{1EBC7395-A1E9-45E7-819C-55EC85B81B31}" type="pres">
      <dgm:prSet presAssocID="{489A0CDB-D934-451C-B837-9E7CCC53769A}" presName="FourConn_2-3" presStyleLbl="fgAccFollowNode1" presStyleIdx="1" presStyleCnt="3">
        <dgm:presLayoutVars>
          <dgm:bulletEnabled val="1"/>
        </dgm:presLayoutVars>
      </dgm:prSet>
      <dgm:spPr/>
    </dgm:pt>
    <dgm:pt modelId="{762DE789-2F22-4B83-B8AF-6BB5389136B6}" type="pres">
      <dgm:prSet presAssocID="{489A0CDB-D934-451C-B837-9E7CCC53769A}" presName="FourConn_3-4" presStyleLbl="fgAccFollowNode1" presStyleIdx="2" presStyleCnt="3">
        <dgm:presLayoutVars>
          <dgm:bulletEnabled val="1"/>
        </dgm:presLayoutVars>
      </dgm:prSet>
      <dgm:spPr/>
    </dgm:pt>
    <dgm:pt modelId="{5AEBF42E-7A56-4936-AE59-17762DACEEF7}" type="pres">
      <dgm:prSet presAssocID="{489A0CDB-D934-451C-B837-9E7CCC53769A}" presName="FourNodes_1_text" presStyleLbl="node1" presStyleIdx="3" presStyleCnt="4">
        <dgm:presLayoutVars>
          <dgm:bulletEnabled val="1"/>
        </dgm:presLayoutVars>
      </dgm:prSet>
      <dgm:spPr/>
    </dgm:pt>
    <dgm:pt modelId="{BF04D071-BDC3-4D07-A961-6221012A2FD1}" type="pres">
      <dgm:prSet presAssocID="{489A0CDB-D934-451C-B837-9E7CCC53769A}" presName="FourNodes_2_text" presStyleLbl="node1" presStyleIdx="3" presStyleCnt="4">
        <dgm:presLayoutVars>
          <dgm:bulletEnabled val="1"/>
        </dgm:presLayoutVars>
      </dgm:prSet>
      <dgm:spPr/>
    </dgm:pt>
    <dgm:pt modelId="{878C02D6-4A2E-46F6-B785-8C74E827E54A}" type="pres">
      <dgm:prSet presAssocID="{489A0CDB-D934-451C-B837-9E7CCC53769A}" presName="FourNodes_3_text" presStyleLbl="node1" presStyleIdx="3" presStyleCnt="4">
        <dgm:presLayoutVars>
          <dgm:bulletEnabled val="1"/>
        </dgm:presLayoutVars>
      </dgm:prSet>
      <dgm:spPr/>
    </dgm:pt>
    <dgm:pt modelId="{14B0512E-45DE-411C-A039-7178C575631D}" type="pres">
      <dgm:prSet presAssocID="{489A0CDB-D934-451C-B837-9E7CCC53769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485C615-B775-4721-B137-8934C0D2B77B}" srcId="{489A0CDB-D934-451C-B837-9E7CCC53769A}" destId="{04DFD07C-D9D8-49D6-BE4C-CA9B536B277A}" srcOrd="0" destOrd="0" parTransId="{724BB944-A2B1-4505-93AE-A91B6F8E8D15}" sibTransId="{61FD4ADD-A781-4F7E-9E54-CAD8E91BFBA2}"/>
    <dgm:cxn modelId="{03537F1D-CCDC-40A0-B3E0-0DDD1FAAD744}" srcId="{489A0CDB-D934-451C-B837-9E7CCC53769A}" destId="{D095D01F-5C17-4694-AC93-A10757063E2B}" srcOrd="2" destOrd="0" parTransId="{C54797B5-9A7E-45BD-A736-B54E52BE3C7A}" sibTransId="{CA555A28-6717-4B2F-8C0F-C07B509B9519}"/>
    <dgm:cxn modelId="{39C65720-72FA-4638-9428-E2362697B540}" type="presOf" srcId="{0CD1EC07-5E59-48CA-839A-638B5E9C8EED}" destId="{6763C898-628D-4E58-B14E-2A2443FB03B7}" srcOrd="0" destOrd="0" presId="urn:microsoft.com/office/officeart/2005/8/layout/vProcess5"/>
    <dgm:cxn modelId="{446A7B39-53F5-4F53-A0C1-88DFAA93B3E0}" type="presOf" srcId="{007459A1-133D-4F25-A54A-E02B0FB51584}" destId="{4F1C3BA8-B598-4538-9E9B-B208ECBB6200}" srcOrd="0" destOrd="0" presId="urn:microsoft.com/office/officeart/2005/8/layout/vProcess5"/>
    <dgm:cxn modelId="{992FBA43-99EE-474A-B9C0-2B80EC275B15}" type="presOf" srcId="{04DFD07C-D9D8-49D6-BE4C-CA9B536B277A}" destId="{5AEBF42E-7A56-4936-AE59-17762DACEEF7}" srcOrd="1" destOrd="0" presId="urn:microsoft.com/office/officeart/2005/8/layout/vProcess5"/>
    <dgm:cxn modelId="{019FC24B-D248-410A-B569-1B46E7B3478B}" type="presOf" srcId="{007459A1-133D-4F25-A54A-E02B0FB51584}" destId="{BF04D071-BDC3-4D07-A961-6221012A2FD1}" srcOrd="1" destOrd="0" presId="urn:microsoft.com/office/officeart/2005/8/layout/vProcess5"/>
    <dgm:cxn modelId="{6773226C-0E20-487F-A584-3B0572ABE442}" srcId="{489A0CDB-D934-451C-B837-9E7CCC53769A}" destId="{007459A1-133D-4F25-A54A-E02B0FB51584}" srcOrd="1" destOrd="0" parTransId="{96E61BC3-9E23-442F-850A-CA91E30495A1}" sibTransId="{76AA9EED-53C8-4F71-9006-1E969649A8AF}"/>
    <dgm:cxn modelId="{62B7684C-8582-43BD-8D86-C00160C65866}" type="presOf" srcId="{76AA9EED-53C8-4F71-9006-1E969649A8AF}" destId="{1EBC7395-A1E9-45E7-819C-55EC85B81B31}" srcOrd="0" destOrd="0" presId="urn:microsoft.com/office/officeart/2005/8/layout/vProcess5"/>
    <dgm:cxn modelId="{DD38F850-AE51-4DC1-9F27-6332C092F5E1}" type="presOf" srcId="{489A0CDB-D934-451C-B837-9E7CCC53769A}" destId="{92773931-E98A-4C46-BCE0-D3B0F9C08FE3}" srcOrd="0" destOrd="0" presId="urn:microsoft.com/office/officeart/2005/8/layout/vProcess5"/>
    <dgm:cxn modelId="{BF7B6952-7B43-403B-8417-7F180F2E6883}" srcId="{489A0CDB-D934-451C-B837-9E7CCC53769A}" destId="{0CD1EC07-5E59-48CA-839A-638B5E9C8EED}" srcOrd="3" destOrd="0" parTransId="{757DC826-741F-4B23-8D02-236EB0CF842B}" sibTransId="{1694FB56-261F-47B3-93E9-D5B5CB33EA4B}"/>
    <dgm:cxn modelId="{67B8AC53-6695-4BE1-8624-389A102AAA03}" type="presOf" srcId="{0CD1EC07-5E59-48CA-839A-638B5E9C8EED}" destId="{14B0512E-45DE-411C-A039-7178C575631D}" srcOrd="1" destOrd="0" presId="urn:microsoft.com/office/officeart/2005/8/layout/vProcess5"/>
    <dgm:cxn modelId="{9BD0FD81-8DB7-4889-8EF8-2EEFAF3F4972}" type="presOf" srcId="{D095D01F-5C17-4694-AC93-A10757063E2B}" destId="{F3BE879F-06B8-424C-95B3-0538DECDC8B4}" srcOrd="0" destOrd="0" presId="urn:microsoft.com/office/officeart/2005/8/layout/vProcess5"/>
    <dgm:cxn modelId="{A55F18A8-EBA5-4A26-AF3A-2CD8D42B8B15}" type="presOf" srcId="{04DFD07C-D9D8-49D6-BE4C-CA9B536B277A}" destId="{0264AC6B-F3AB-4D19-95A8-DA2FE705E110}" srcOrd="0" destOrd="0" presId="urn:microsoft.com/office/officeart/2005/8/layout/vProcess5"/>
    <dgm:cxn modelId="{A6C4A9AD-7FF0-4422-9665-2871C8D1C9AE}" type="presOf" srcId="{CA555A28-6717-4B2F-8C0F-C07B509B9519}" destId="{762DE789-2F22-4B83-B8AF-6BB5389136B6}" srcOrd="0" destOrd="0" presId="urn:microsoft.com/office/officeart/2005/8/layout/vProcess5"/>
    <dgm:cxn modelId="{FF3404C1-581B-4BB2-A3F9-C0C235BBEAB8}" type="presOf" srcId="{D095D01F-5C17-4694-AC93-A10757063E2B}" destId="{878C02D6-4A2E-46F6-B785-8C74E827E54A}" srcOrd="1" destOrd="0" presId="urn:microsoft.com/office/officeart/2005/8/layout/vProcess5"/>
    <dgm:cxn modelId="{F95844D0-1BA7-4791-BE78-E67F49B0F6CE}" type="presOf" srcId="{61FD4ADD-A781-4F7E-9E54-CAD8E91BFBA2}" destId="{95C2638E-19CE-4F50-9784-60A27688A9FD}" srcOrd="0" destOrd="0" presId="urn:microsoft.com/office/officeart/2005/8/layout/vProcess5"/>
    <dgm:cxn modelId="{98895461-495D-4751-8FE7-728F571998F3}" type="presParOf" srcId="{92773931-E98A-4C46-BCE0-D3B0F9C08FE3}" destId="{328D3689-DD43-4DBD-A56E-692B189E599A}" srcOrd="0" destOrd="0" presId="urn:microsoft.com/office/officeart/2005/8/layout/vProcess5"/>
    <dgm:cxn modelId="{1128E975-1B88-4623-81FB-601B90915BD9}" type="presParOf" srcId="{92773931-E98A-4C46-BCE0-D3B0F9C08FE3}" destId="{0264AC6B-F3AB-4D19-95A8-DA2FE705E110}" srcOrd="1" destOrd="0" presId="urn:microsoft.com/office/officeart/2005/8/layout/vProcess5"/>
    <dgm:cxn modelId="{1C127E54-89DB-4E82-9842-F247517E32F2}" type="presParOf" srcId="{92773931-E98A-4C46-BCE0-D3B0F9C08FE3}" destId="{4F1C3BA8-B598-4538-9E9B-B208ECBB6200}" srcOrd="2" destOrd="0" presId="urn:microsoft.com/office/officeart/2005/8/layout/vProcess5"/>
    <dgm:cxn modelId="{98E8F416-D8D5-44FC-907D-B79CB44D9CEC}" type="presParOf" srcId="{92773931-E98A-4C46-BCE0-D3B0F9C08FE3}" destId="{F3BE879F-06B8-424C-95B3-0538DECDC8B4}" srcOrd="3" destOrd="0" presId="urn:microsoft.com/office/officeart/2005/8/layout/vProcess5"/>
    <dgm:cxn modelId="{6E59CD62-16F3-4214-BD58-D4941977AC31}" type="presParOf" srcId="{92773931-E98A-4C46-BCE0-D3B0F9C08FE3}" destId="{6763C898-628D-4E58-B14E-2A2443FB03B7}" srcOrd="4" destOrd="0" presId="urn:microsoft.com/office/officeart/2005/8/layout/vProcess5"/>
    <dgm:cxn modelId="{292B7E1F-D726-4195-8528-5055FDF700A3}" type="presParOf" srcId="{92773931-E98A-4C46-BCE0-D3B0F9C08FE3}" destId="{95C2638E-19CE-4F50-9784-60A27688A9FD}" srcOrd="5" destOrd="0" presId="urn:microsoft.com/office/officeart/2005/8/layout/vProcess5"/>
    <dgm:cxn modelId="{C9B952A3-35F6-461C-8FE0-D86F6D7A2211}" type="presParOf" srcId="{92773931-E98A-4C46-BCE0-D3B0F9C08FE3}" destId="{1EBC7395-A1E9-45E7-819C-55EC85B81B31}" srcOrd="6" destOrd="0" presId="urn:microsoft.com/office/officeart/2005/8/layout/vProcess5"/>
    <dgm:cxn modelId="{7A16ECBF-16B2-4574-BF60-A453711EF3DB}" type="presParOf" srcId="{92773931-E98A-4C46-BCE0-D3B0F9C08FE3}" destId="{762DE789-2F22-4B83-B8AF-6BB5389136B6}" srcOrd="7" destOrd="0" presId="urn:microsoft.com/office/officeart/2005/8/layout/vProcess5"/>
    <dgm:cxn modelId="{391A5CEB-91D9-4341-AC6D-521B25B64EB4}" type="presParOf" srcId="{92773931-E98A-4C46-BCE0-D3B0F9C08FE3}" destId="{5AEBF42E-7A56-4936-AE59-17762DACEEF7}" srcOrd="8" destOrd="0" presId="urn:microsoft.com/office/officeart/2005/8/layout/vProcess5"/>
    <dgm:cxn modelId="{D00A7ECB-9CA4-4EC4-98BB-D6740D253D5D}" type="presParOf" srcId="{92773931-E98A-4C46-BCE0-D3B0F9C08FE3}" destId="{BF04D071-BDC3-4D07-A961-6221012A2FD1}" srcOrd="9" destOrd="0" presId="urn:microsoft.com/office/officeart/2005/8/layout/vProcess5"/>
    <dgm:cxn modelId="{F436C2EF-7CB9-46D3-8A99-E88AF7C77D60}" type="presParOf" srcId="{92773931-E98A-4C46-BCE0-D3B0F9C08FE3}" destId="{878C02D6-4A2E-46F6-B785-8C74E827E54A}" srcOrd="10" destOrd="0" presId="urn:microsoft.com/office/officeart/2005/8/layout/vProcess5"/>
    <dgm:cxn modelId="{CC6F2CDC-33E4-433A-BA10-9515002E60A3}" type="presParOf" srcId="{92773931-E98A-4C46-BCE0-D3B0F9C08FE3}" destId="{14B0512E-45DE-411C-A039-7178C575631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3C8521-6A2E-4B3C-AB50-E4E1D37694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D9EB31A-0FC0-4E1D-B7B1-2BC745262DF9}">
      <dgm:prSet/>
      <dgm:spPr/>
      <dgm:t>
        <a:bodyPr/>
        <a:lstStyle/>
        <a:p>
          <a:r>
            <a:rPr lang="en-US" baseline="0"/>
            <a:t>React 18 – komponentni pristup</a:t>
          </a:r>
          <a:endParaRPr lang="en-US"/>
        </a:p>
      </dgm:t>
    </dgm:pt>
    <dgm:pt modelId="{4BEB4FC7-80A2-49B7-A0E8-9751F54B87EC}" type="parTrans" cxnId="{6F3282D8-0553-4DF9-B070-40593DE34DB5}">
      <dgm:prSet/>
      <dgm:spPr/>
      <dgm:t>
        <a:bodyPr/>
        <a:lstStyle/>
        <a:p>
          <a:endParaRPr lang="en-US"/>
        </a:p>
      </dgm:t>
    </dgm:pt>
    <dgm:pt modelId="{851450DE-7F81-4AA7-AB89-AA196B14F7F8}" type="sibTrans" cxnId="{6F3282D8-0553-4DF9-B070-40593DE34DB5}">
      <dgm:prSet/>
      <dgm:spPr/>
      <dgm:t>
        <a:bodyPr/>
        <a:lstStyle/>
        <a:p>
          <a:endParaRPr lang="en-US"/>
        </a:p>
      </dgm:t>
    </dgm:pt>
    <dgm:pt modelId="{4D67F04F-F3B7-4BC5-9909-D8B756F4357C}">
      <dgm:prSet/>
      <dgm:spPr/>
      <dgm:t>
        <a:bodyPr/>
        <a:lstStyle/>
        <a:p>
          <a:r>
            <a:rPr lang="en-US" baseline="0"/>
            <a:t>Vite – brzi razvoj i build</a:t>
          </a:r>
          <a:endParaRPr lang="en-US"/>
        </a:p>
      </dgm:t>
    </dgm:pt>
    <dgm:pt modelId="{B27416A6-4E59-416D-87F2-46F2200ED3BC}" type="parTrans" cxnId="{4D4362A5-80A7-4D35-9E23-E6D55368E33F}">
      <dgm:prSet/>
      <dgm:spPr/>
      <dgm:t>
        <a:bodyPr/>
        <a:lstStyle/>
        <a:p>
          <a:endParaRPr lang="en-US"/>
        </a:p>
      </dgm:t>
    </dgm:pt>
    <dgm:pt modelId="{0D1E7B08-753C-4584-A82A-485D3F635C87}" type="sibTrans" cxnId="{4D4362A5-80A7-4D35-9E23-E6D55368E33F}">
      <dgm:prSet/>
      <dgm:spPr/>
      <dgm:t>
        <a:bodyPr/>
        <a:lstStyle/>
        <a:p>
          <a:endParaRPr lang="en-US"/>
        </a:p>
      </dgm:t>
    </dgm:pt>
    <dgm:pt modelId="{6B8F0EAA-C20D-4D9C-9499-74C6B3567A97}">
      <dgm:prSet/>
      <dgm:spPr/>
      <dgm:t>
        <a:bodyPr/>
        <a:lstStyle/>
        <a:p>
          <a:r>
            <a:rPr lang="en-US" baseline="0"/>
            <a:t>CSS3 animacije i glassmorphism efekti</a:t>
          </a:r>
          <a:endParaRPr lang="en-US"/>
        </a:p>
      </dgm:t>
    </dgm:pt>
    <dgm:pt modelId="{0E781CB1-8097-477C-BE31-6699D2C87716}" type="parTrans" cxnId="{428AE9B1-017D-47B4-B910-34CC2CFE30CD}">
      <dgm:prSet/>
      <dgm:spPr/>
      <dgm:t>
        <a:bodyPr/>
        <a:lstStyle/>
        <a:p>
          <a:endParaRPr lang="en-US"/>
        </a:p>
      </dgm:t>
    </dgm:pt>
    <dgm:pt modelId="{DE2DA41A-D708-4AF0-BAC4-3E500F505A82}" type="sibTrans" cxnId="{428AE9B1-017D-47B4-B910-34CC2CFE30CD}">
      <dgm:prSet/>
      <dgm:spPr/>
      <dgm:t>
        <a:bodyPr/>
        <a:lstStyle/>
        <a:p>
          <a:endParaRPr lang="en-US"/>
        </a:p>
      </dgm:t>
    </dgm:pt>
    <dgm:pt modelId="{C84DBA5C-3B18-4A6A-84D8-9724DDD5D595}">
      <dgm:prSet/>
      <dgm:spPr/>
      <dgm:t>
        <a:bodyPr/>
        <a:lstStyle/>
        <a:p>
          <a:r>
            <a:rPr lang="en-US" baseline="0"/>
            <a:t>Višejezična podrška (HR / EN)</a:t>
          </a:r>
          <a:endParaRPr lang="en-US"/>
        </a:p>
      </dgm:t>
    </dgm:pt>
    <dgm:pt modelId="{4997D548-9CAD-4F6D-9C40-393CE7C67C28}" type="parTrans" cxnId="{65B34C5A-DA6E-4E6C-AF65-1E3F0E2B7A47}">
      <dgm:prSet/>
      <dgm:spPr/>
      <dgm:t>
        <a:bodyPr/>
        <a:lstStyle/>
        <a:p>
          <a:endParaRPr lang="en-US"/>
        </a:p>
      </dgm:t>
    </dgm:pt>
    <dgm:pt modelId="{4019100E-B293-4F15-8C48-C3019D3B68D3}" type="sibTrans" cxnId="{65B34C5A-DA6E-4E6C-AF65-1E3F0E2B7A47}">
      <dgm:prSet/>
      <dgm:spPr/>
      <dgm:t>
        <a:bodyPr/>
        <a:lstStyle/>
        <a:p>
          <a:endParaRPr lang="en-US"/>
        </a:p>
      </dgm:t>
    </dgm:pt>
    <dgm:pt modelId="{F809D100-87BE-49B1-90F2-28C9AE9551C1}" type="pres">
      <dgm:prSet presAssocID="{A63C8521-6A2E-4B3C-AB50-E4E1D3769464}" presName="linear" presStyleCnt="0">
        <dgm:presLayoutVars>
          <dgm:animLvl val="lvl"/>
          <dgm:resizeHandles val="exact"/>
        </dgm:presLayoutVars>
      </dgm:prSet>
      <dgm:spPr/>
    </dgm:pt>
    <dgm:pt modelId="{C980CBCF-7ED9-429E-A741-11D6DDFF9EEA}" type="pres">
      <dgm:prSet presAssocID="{FD9EB31A-0FC0-4E1D-B7B1-2BC745262DF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A410E6D-7E02-4C91-8D14-BF296A9BF0F0}" type="pres">
      <dgm:prSet presAssocID="{851450DE-7F81-4AA7-AB89-AA196B14F7F8}" presName="spacer" presStyleCnt="0"/>
      <dgm:spPr/>
    </dgm:pt>
    <dgm:pt modelId="{821A3012-FEF7-4087-A7CD-2F9A3673F0EE}" type="pres">
      <dgm:prSet presAssocID="{4D67F04F-F3B7-4BC5-9909-D8B756F4357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2E9DFA5-37F4-43E3-BF00-5A7F83E8027F}" type="pres">
      <dgm:prSet presAssocID="{0D1E7B08-753C-4584-A82A-485D3F635C87}" presName="spacer" presStyleCnt="0"/>
      <dgm:spPr/>
    </dgm:pt>
    <dgm:pt modelId="{34C78000-23F4-4C89-8AB3-2905ACECA57B}" type="pres">
      <dgm:prSet presAssocID="{6B8F0EAA-C20D-4D9C-9499-74C6B3567A9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CB0B310-D66E-4658-8094-69F030978091}" type="pres">
      <dgm:prSet presAssocID="{DE2DA41A-D708-4AF0-BAC4-3E500F505A82}" presName="spacer" presStyleCnt="0"/>
      <dgm:spPr/>
    </dgm:pt>
    <dgm:pt modelId="{91F72B58-2A8B-4DEE-9863-61F86F9987AE}" type="pres">
      <dgm:prSet presAssocID="{C84DBA5C-3B18-4A6A-84D8-9724DDD5D59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932EB2F-13AA-4E00-BDD0-658FE9C3CAE8}" type="presOf" srcId="{A63C8521-6A2E-4B3C-AB50-E4E1D3769464}" destId="{F809D100-87BE-49B1-90F2-28C9AE9551C1}" srcOrd="0" destOrd="0" presId="urn:microsoft.com/office/officeart/2005/8/layout/vList2"/>
    <dgm:cxn modelId="{F91C7D4A-491A-4BAE-8462-418E1EB9C0FE}" type="presOf" srcId="{4D67F04F-F3B7-4BC5-9909-D8B756F4357C}" destId="{821A3012-FEF7-4087-A7CD-2F9A3673F0EE}" srcOrd="0" destOrd="0" presId="urn:microsoft.com/office/officeart/2005/8/layout/vList2"/>
    <dgm:cxn modelId="{65B34C5A-DA6E-4E6C-AF65-1E3F0E2B7A47}" srcId="{A63C8521-6A2E-4B3C-AB50-E4E1D3769464}" destId="{C84DBA5C-3B18-4A6A-84D8-9724DDD5D595}" srcOrd="3" destOrd="0" parTransId="{4997D548-9CAD-4F6D-9C40-393CE7C67C28}" sibTransId="{4019100E-B293-4F15-8C48-C3019D3B68D3}"/>
    <dgm:cxn modelId="{4D4362A5-80A7-4D35-9E23-E6D55368E33F}" srcId="{A63C8521-6A2E-4B3C-AB50-E4E1D3769464}" destId="{4D67F04F-F3B7-4BC5-9909-D8B756F4357C}" srcOrd="1" destOrd="0" parTransId="{B27416A6-4E59-416D-87F2-46F2200ED3BC}" sibTransId="{0D1E7B08-753C-4584-A82A-485D3F635C87}"/>
    <dgm:cxn modelId="{428AE9B1-017D-47B4-B910-34CC2CFE30CD}" srcId="{A63C8521-6A2E-4B3C-AB50-E4E1D3769464}" destId="{6B8F0EAA-C20D-4D9C-9499-74C6B3567A97}" srcOrd="2" destOrd="0" parTransId="{0E781CB1-8097-477C-BE31-6699D2C87716}" sibTransId="{DE2DA41A-D708-4AF0-BAC4-3E500F505A82}"/>
    <dgm:cxn modelId="{D0D8C1BF-FAA4-488D-BC0B-A7330564F87D}" type="presOf" srcId="{6B8F0EAA-C20D-4D9C-9499-74C6B3567A97}" destId="{34C78000-23F4-4C89-8AB3-2905ACECA57B}" srcOrd="0" destOrd="0" presId="urn:microsoft.com/office/officeart/2005/8/layout/vList2"/>
    <dgm:cxn modelId="{E85360D7-9B49-4CCE-9730-0E23AFB582FB}" type="presOf" srcId="{C84DBA5C-3B18-4A6A-84D8-9724DDD5D595}" destId="{91F72B58-2A8B-4DEE-9863-61F86F9987AE}" srcOrd="0" destOrd="0" presId="urn:microsoft.com/office/officeart/2005/8/layout/vList2"/>
    <dgm:cxn modelId="{6F3282D8-0553-4DF9-B070-40593DE34DB5}" srcId="{A63C8521-6A2E-4B3C-AB50-E4E1D3769464}" destId="{FD9EB31A-0FC0-4E1D-B7B1-2BC745262DF9}" srcOrd="0" destOrd="0" parTransId="{4BEB4FC7-80A2-49B7-A0E8-9751F54B87EC}" sibTransId="{851450DE-7F81-4AA7-AB89-AA196B14F7F8}"/>
    <dgm:cxn modelId="{D7E0F7F4-D246-485A-A555-9CA0DD5697C2}" type="presOf" srcId="{FD9EB31A-0FC0-4E1D-B7B1-2BC745262DF9}" destId="{C980CBCF-7ED9-429E-A741-11D6DDFF9EEA}" srcOrd="0" destOrd="0" presId="urn:microsoft.com/office/officeart/2005/8/layout/vList2"/>
    <dgm:cxn modelId="{0F1C31D0-E753-499F-A2EC-FC97A43EE127}" type="presParOf" srcId="{F809D100-87BE-49B1-90F2-28C9AE9551C1}" destId="{C980CBCF-7ED9-429E-A741-11D6DDFF9EEA}" srcOrd="0" destOrd="0" presId="urn:microsoft.com/office/officeart/2005/8/layout/vList2"/>
    <dgm:cxn modelId="{6C3FC239-C28D-4E24-952A-EB2C8F3B3EF4}" type="presParOf" srcId="{F809D100-87BE-49B1-90F2-28C9AE9551C1}" destId="{4A410E6D-7E02-4C91-8D14-BF296A9BF0F0}" srcOrd="1" destOrd="0" presId="urn:microsoft.com/office/officeart/2005/8/layout/vList2"/>
    <dgm:cxn modelId="{5C475EF5-66F9-4CEF-94E1-B6F9F19C3592}" type="presParOf" srcId="{F809D100-87BE-49B1-90F2-28C9AE9551C1}" destId="{821A3012-FEF7-4087-A7CD-2F9A3673F0EE}" srcOrd="2" destOrd="0" presId="urn:microsoft.com/office/officeart/2005/8/layout/vList2"/>
    <dgm:cxn modelId="{E34E98BE-0159-4DAA-966A-0C91B91BF017}" type="presParOf" srcId="{F809D100-87BE-49B1-90F2-28C9AE9551C1}" destId="{F2E9DFA5-37F4-43E3-BF00-5A7F83E8027F}" srcOrd="3" destOrd="0" presId="urn:microsoft.com/office/officeart/2005/8/layout/vList2"/>
    <dgm:cxn modelId="{54AA5EF0-6DD5-4186-9BC3-F3D9E3C9FBFF}" type="presParOf" srcId="{F809D100-87BE-49B1-90F2-28C9AE9551C1}" destId="{34C78000-23F4-4C89-8AB3-2905ACECA57B}" srcOrd="4" destOrd="0" presId="urn:microsoft.com/office/officeart/2005/8/layout/vList2"/>
    <dgm:cxn modelId="{D94842CA-4E86-45E2-84F9-643B97495421}" type="presParOf" srcId="{F809D100-87BE-49B1-90F2-28C9AE9551C1}" destId="{6CB0B310-D66E-4658-8094-69F030978091}" srcOrd="5" destOrd="0" presId="urn:microsoft.com/office/officeart/2005/8/layout/vList2"/>
    <dgm:cxn modelId="{BF02241B-3BB2-4DA3-9491-524C6244CB84}" type="presParOf" srcId="{F809D100-87BE-49B1-90F2-28C9AE9551C1}" destId="{91F72B58-2A8B-4DEE-9863-61F86F9987A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7418B8-C39B-4BBB-9691-605A44F477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F743519-CB7D-483F-8961-CF5E91582D06}">
      <dgm:prSet/>
      <dgm:spPr/>
      <dgm:t>
        <a:bodyPr/>
        <a:lstStyle/>
        <a:p>
          <a:r>
            <a:rPr lang="en-US" baseline="0"/>
            <a:t>Node.js i Express.js – REST API</a:t>
          </a:r>
          <a:endParaRPr lang="en-US"/>
        </a:p>
      </dgm:t>
    </dgm:pt>
    <dgm:pt modelId="{9F60A5A5-B3BF-4E99-94E6-81A29E49DB83}" type="parTrans" cxnId="{3FEA42EF-7FD8-46CE-8A90-4E8571D4DFA5}">
      <dgm:prSet/>
      <dgm:spPr/>
      <dgm:t>
        <a:bodyPr/>
        <a:lstStyle/>
        <a:p>
          <a:endParaRPr lang="en-US"/>
        </a:p>
      </dgm:t>
    </dgm:pt>
    <dgm:pt modelId="{2D653B49-87C8-46A4-91EA-6F033898BE0D}" type="sibTrans" cxnId="{3FEA42EF-7FD8-46CE-8A90-4E8571D4DFA5}">
      <dgm:prSet/>
      <dgm:spPr/>
      <dgm:t>
        <a:bodyPr/>
        <a:lstStyle/>
        <a:p>
          <a:endParaRPr lang="en-US"/>
        </a:p>
      </dgm:t>
    </dgm:pt>
    <dgm:pt modelId="{A0601EF0-88DB-41FF-B581-3675B064CAFF}">
      <dgm:prSet/>
      <dgm:spPr/>
      <dgm:t>
        <a:bodyPr/>
        <a:lstStyle/>
        <a:p>
          <a:r>
            <a:rPr lang="en-US" baseline="0"/>
            <a:t>SQLite baza podataka (better-sqlite3)</a:t>
          </a:r>
          <a:endParaRPr lang="en-US"/>
        </a:p>
      </dgm:t>
    </dgm:pt>
    <dgm:pt modelId="{6BE36BF0-5C5E-4DCC-BBDF-A5FE50C2D37F}" type="parTrans" cxnId="{89146F66-9815-408B-BC40-E4DE97A64DD1}">
      <dgm:prSet/>
      <dgm:spPr/>
      <dgm:t>
        <a:bodyPr/>
        <a:lstStyle/>
        <a:p>
          <a:endParaRPr lang="en-US"/>
        </a:p>
      </dgm:t>
    </dgm:pt>
    <dgm:pt modelId="{EA136EE2-2DE3-4421-8879-0CC8D6C84D46}" type="sibTrans" cxnId="{89146F66-9815-408B-BC40-E4DE97A64DD1}">
      <dgm:prSet/>
      <dgm:spPr/>
      <dgm:t>
        <a:bodyPr/>
        <a:lstStyle/>
        <a:p>
          <a:endParaRPr lang="en-US"/>
        </a:p>
      </dgm:t>
    </dgm:pt>
    <dgm:pt modelId="{EBF2B007-5BD0-45E3-BF65-9061AE06834E}">
      <dgm:prSet/>
      <dgm:spPr/>
      <dgm:t>
        <a:bodyPr/>
        <a:lstStyle/>
        <a:p>
          <a:r>
            <a:rPr lang="en-US" baseline="0"/>
            <a:t>JWT autentifikacija korisnika</a:t>
          </a:r>
          <a:endParaRPr lang="en-US"/>
        </a:p>
      </dgm:t>
    </dgm:pt>
    <dgm:pt modelId="{C4A10859-EF24-4F81-A8BC-EF2596D07857}" type="parTrans" cxnId="{65F172E3-5EFE-41C5-A38B-BE7A4FEC22B9}">
      <dgm:prSet/>
      <dgm:spPr/>
      <dgm:t>
        <a:bodyPr/>
        <a:lstStyle/>
        <a:p>
          <a:endParaRPr lang="en-US"/>
        </a:p>
      </dgm:t>
    </dgm:pt>
    <dgm:pt modelId="{41EF4D4B-DD92-418F-A33B-CE7103692D5F}" type="sibTrans" cxnId="{65F172E3-5EFE-41C5-A38B-BE7A4FEC22B9}">
      <dgm:prSet/>
      <dgm:spPr/>
      <dgm:t>
        <a:bodyPr/>
        <a:lstStyle/>
        <a:p>
          <a:endParaRPr lang="en-US"/>
        </a:p>
      </dgm:t>
    </dgm:pt>
    <dgm:pt modelId="{59CB6C7C-3DBF-4642-B17E-BD0EAFF8140C}">
      <dgm:prSet/>
      <dgm:spPr/>
      <dgm:t>
        <a:bodyPr/>
        <a:lstStyle/>
        <a:p>
          <a:r>
            <a:rPr lang="en-US" baseline="0"/>
            <a:t>bcrypt hashiranje lozinki</a:t>
          </a:r>
          <a:endParaRPr lang="en-US"/>
        </a:p>
      </dgm:t>
    </dgm:pt>
    <dgm:pt modelId="{D2E2189E-20B4-4168-B27C-AADE90CCD542}" type="parTrans" cxnId="{2A18E5CD-F61A-40D2-8A17-FA1E448ACAA9}">
      <dgm:prSet/>
      <dgm:spPr/>
      <dgm:t>
        <a:bodyPr/>
        <a:lstStyle/>
        <a:p>
          <a:endParaRPr lang="en-US"/>
        </a:p>
      </dgm:t>
    </dgm:pt>
    <dgm:pt modelId="{EF34633E-AF27-4A6D-A924-D7347367EDA8}" type="sibTrans" cxnId="{2A18E5CD-F61A-40D2-8A17-FA1E448ACAA9}">
      <dgm:prSet/>
      <dgm:spPr/>
      <dgm:t>
        <a:bodyPr/>
        <a:lstStyle/>
        <a:p>
          <a:endParaRPr lang="en-US"/>
        </a:p>
      </dgm:t>
    </dgm:pt>
    <dgm:pt modelId="{BF07BE4B-3FB9-4C89-B4F0-C8856E11E757}" type="pres">
      <dgm:prSet presAssocID="{6F7418B8-C39B-4BBB-9691-605A44F477CF}" presName="linear" presStyleCnt="0">
        <dgm:presLayoutVars>
          <dgm:animLvl val="lvl"/>
          <dgm:resizeHandles val="exact"/>
        </dgm:presLayoutVars>
      </dgm:prSet>
      <dgm:spPr/>
    </dgm:pt>
    <dgm:pt modelId="{E9F804AB-3387-421A-A688-D208ECDCE276}" type="pres">
      <dgm:prSet presAssocID="{1F743519-CB7D-483F-8961-CF5E91582D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AA7FB22-3FC5-4E00-AD94-4A06DBCFE056}" type="pres">
      <dgm:prSet presAssocID="{2D653B49-87C8-46A4-91EA-6F033898BE0D}" presName="spacer" presStyleCnt="0"/>
      <dgm:spPr/>
    </dgm:pt>
    <dgm:pt modelId="{77870835-5281-4F1D-B080-4D8A27B6483D}" type="pres">
      <dgm:prSet presAssocID="{A0601EF0-88DB-41FF-B581-3675B064CAF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3B70C54-273F-42B6-88C0-93AAED22BD65}" type="pres">
      <dgm:prSet presAssocID="{EA136EE2-2DE3-4421-8879-0CC8D6C84D46}" presName="spacer" presStyleCnt="0"/>
      <dgm:spPr/>
    </dgm:pt>
    <dgm:pt modelId="{CA50C22A-84D8-4F4E-B1AD-E3E2046FF352}" type="pres">
      <dgm:prSet presAssocID="{EBF2B007-5BD0-45E3-BF65-9061AE06834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98A1FEF-8415-4168-AE4D-ECA2E39553BF}" type="pres">
      <dgm:prSet presAssocID="{41EF4D4B-DD92-418F-A33B-CE7103692D5F}" presName="spacer" presStyleCnt="0"/>
      <dgm:spPr/>
    </dgm:pt>
    <dgm:pt modelId="{1D2B1D94-FF9F-49F8-9267-9F21B63B26A4}" type="pres">
      <dgm:prSet presAssocID="{59CB6C7C-3DBF-4642-B17E-BD0EAFF8140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F6E120E-37A7-497D-B32D-A07D181D0D17}" type="presOf" srcId="{1F743519-CB7D-483F-8961-CF5E91582D06}" destId="{E9F804AB-3387-421A-A688-D208ECDCE276}" srcOrd="0" destOrd="0" presId="urn:microsoft.com/office/officeart/2005/8/layout/vList2"/>
    <dgm:cxn modelId="{5FB99A29-FC60-4B1D-8163-48C2851F3723}" type="presOf" srcId="{6F7418B8-C39B-4BBB-9691-605A44F477CF}" destId="{BF07BE4B-3FB9-4C89-B4F0-C8856E11E757}" srcOrd="0" destOrd="0" presId="urn:microsoft.com/office/officeart/2005/8/layout/vList2"/>
    <dgm:cxn modelId="{89146F66-9815-408B-BC40-E4DE97A64DD1}" srcId="{6F7418B8-C39B-4BBB-9691-605A44F477CF}" destId="{A0601EF0-88DB-41FF-B581-3675B064CAFF}" srcOrd="1" destOrd="0" parTransId="{6BE36BF0-5C5E-4DCC-BBDF-A5FE50C2D37F}" sibTransId="{EA136EE2-2DE3-4421-8879-0CC8D6C84D46}"/>
    <dgm:cxn modelId="{6D816E4A-E787-4FB8-9741-06C66BF08FC0}" type="presOf" srcId="{A0601EF0-88DB-41FF-B581-3675B064CAFF}" destId="{77870835-5281-4F1D-B080-4D8A27B6483D}" srcOrd="0" destOrd="0" presId="urn:microsoft.com/office/officeart/2005/8/layout/vList2"/>
    <dgm:cxn modelId="{D68C8957-6CAC-4B92-A9EB-AF19EE45BD2B}" type="presOf" srcId="{59CB6C7C-3DBF-4642-B17E-BD0EAFF8140C}" destId="{1D2B1D94-FF9F-49F8-9267-9F21B63B26A4}" srcOrd="0" destOrd="0" presId="urn:microsoft.com/office/officeart/2005/8/layout/vList2"/>
    <dgm:cxn modelId="{2A18E5CD-F61A-40D2-8A17-FA1E448ACAA9}" srcId="{6F7418B8-C39B-4BBB-9691-605A44F477CF}" destId="{59CB6C7C-3DBF-4642-B17E-BD0EAFF8140C}" srcOrd="3" destOrd="0" parTransId="{D2E2189E-20B4-4168-B27C-AADE90CCD542}" sibTransId="{EF34633E-AF27-4A6D-A924-D7347367EDA8}"/>
    <dgm:cxn modelId="{65F172E3-5EFE-41C5-A38B-BE7A4FEC22B9}" srcId="{6F7418B8-C39B-4BBB-9691-605A44F477CF}" destId="{EBF2B007-5BD0-45E3-BF65-9061AE06834E}" srcOrd="2" destOrd="0" parTransId="{C4A10859-EF24-4F81-A8BC-EF2596D07857}" sibTransId="{41EF4D4B-DD92-418F-A33B-CE7103692D5F}"/>
    <dgm:cxn modelId="{3FEA42EF-7FD8-46CE-8A90-4E8571D4DFA5}" srcId="{6F7418B8-C39B-4BBB-9691-605A44F477CF}" destId="{1F743519-CB7D-483F-8961-CF5E91582D06}" srcOrd="0" destOrd="0" parTransId="{9F60A5A5-B3BF-4E99-94E6-81A29E49DB83}" sibTransId="{2D653B49-87C8-46A4-91EA-6F033898BE0D}"/>
    <dgm:cxn modelId="{0AEA5DF2-3AC5-44DE-9E8F-DE65B2309669}" type="presOf" srcId="{EBF2B007-5BD0-45E3-BF65-9061AE06834E}" destId="{CA50C22A-84D8-4F4E-B1AD-E3E2046FF352}" srcOrd="0" destOrd="0" presId="urn:microsoft.com/office/officeart/2005/8/layout/vList2"/>
    <dgm:cxn modelId="{9E135EFF-1DBB-42FB-91FD-DC565B938300}" type="presParOf" srcId="{BF07BE4B-3FB9-4C89-B4F0-C8856E11E757}" destId="{E9F804AB-3387-421A-A688-D208ECDCE276}" srcOrd="0" destOrd="0" presId="urn:microsoft.com/office/officeart/2005/8/layout/vList2"/>
    <dgm:cxn modelId="{06A5CE74-839E-40C0-B192-F40AF7193E2D}" type="presParOf" srcId="{BF07BE4B-3FB9-4C89-B4F0-C8856E11E757}" destId="{9AA7FB22-3FC5-4E00-AD94-4A06DBCFE056}" srcOrd="1" destOrd="0" presId="urn:microsoft.com/office/officeart/2005/8/layout/vList2"/>
    <dgm:cxn modelId="{9021B53A-2702-4A36-AE1C-74239694BC58}" type="presParOf" srcId="{BF07BE4B-3FB9-4C89-B4F0-C8856E11E757}" destId="{77870835-5281-4F1D-B080-4D8A27B6483D}" srcOrd="2" destOrd="0" presId="urn:microsoft.com/office/officeart/2005/8/layout/vList2"/>
    <dgm:cxn modelId="{6EC48520-1EA1-499C-A338-05B8DE9A3E8A}" type="presParOf" srcId="{BF07BE4B-3FB9-4C89-B4F0-C8856E11E757}" destId="{93B70C54-273F-42B6-88C0-93AAED22BD65}" srcOrd="3" destOrd="0" presId="urn:microsoft.com/office/officeart/2005/8/layout/vList2"/>
    <dgm:cxn modelId="{B334DBDD-B032-4E3C-A0B1-EC11AE460700}" type="presParOf" srcId="{BF07BE4B-3FB9-4C89-B4F0-C8856E11E757}" destId="{CA50C22A-84D8-4F4E-B1AD-E3E2046FF352}" srcOrd="4" destOrd="0" presId="urn:microsoft.com/office/officeart/2005/8/layout/vList2"/>
    <dgm:cxn modelId="{20CCE1EE-E0A2-4826-AF1D-97F816132317}" type="presParOf" srcId="{BF07BE4B-3FB9-4C89-B4F0-C8856E11E757}" destId="{A98A1FEF-8415-4168-AE4D-ECA2E39553BF}" srcOrd="5" destOrd="0" presId="urn:microsoft.com/office/officeart/2005/8/layout/vList2"/>
    <dgm:cxn modelId="{53CC5C8D-648C-4E8C-9BDB-F6F40F1CBE9C}" type="presParOf" srcId="{BF07BE4B-3FB9-4C89-B4F0-C8856E11E757}" destId="{1D2B1D94-FF9F-49F8-9267-9F21B63B26A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E3E8D2-9ACE-4BCE-B914-FEA6F99E8A4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1798FF3-0A1D-420E-86AE-5F82123D2DA9}">
      <dgm:prSet/>
      <dgm:spPr/>
      <dgm:t>
        <a:bodyPr/>
        <a:lstStyle/>
        <a:p>
          <a:r>
            <a:rPr lang="en-US" baseline="0"/>
            <a:t>Frontend – React komponente i stilovi</a:t>
          </a:r>
          <a:endParaRPr lang="en-US"/>
        </a:p>
      </dgm:t>
    </dgm:pt>
    <dgm:pt modelId="{AAAC9AB3-88F5-41D3-BBD9-109FC6C5A2A1}" type="parTrans" cxnId="{E34BCF3F-8D53-4D3A-94F8-3ED9766CBA07}">
      <dgm:prSet/>
      <dgm:spPr/>
      <dgm:t>
        <a:bodyPr/>
        <a:lstStyle/>
        <a:p>
          <a:endParaRPr lang="en-US"/>
        </a:p>
      </dgm:t>
    </dgm:pt>
    <dgm:pt modelId="{8CAB5AB2-1A16-41B5-BA11-3FF1195B5837}" type="sibTrans" cxnId="{E34BCF3F-8D53-4D3A-94F8-3ED9766CBA07}">
      <dgm:prSet/>
      <dgm:spPr/>
      <dgm:t>
        <a:bodyPr/>
        <a:lstStyle/>
        <a:p>
          <a:endParaRPr lang="en-US"/>
        </a:p>
      </dgm:t>
    </dgm:pt>
    <dgm:pt modelId="{CEB61FF0-B2DC-4858-B950-1CEF1E507DA4}">
      <dgm:prSet/>
      <dgm:spPr/>
      <dgm:t>
        <a:bodyPr/>
        <a:lstStyle/>
        <a:p>
          <a:r>
            <a:rPr lang="en-US" baseline="0"/>
            <a:t>Backend – Express server i API rute</a:t>
          </a:r>
          <a:endParaRPr lang="en-US"/>
        </a:p>
      </dgm:t>
    </dgm:pt>
    <dgm:pt modelId="{7AF31E25-F9E4-41EC-8DCF-D07C6CD56321}" type="parTrans" cxnId="{37FB0CAE-3270-4F29-99EF-CB099B12C052}">
      <dgm:prSet/>
      <dgm:spPr/>
      <dgm:t>
        <a:bodyPr/>
        <a:lstStyle/>
        <a:p>
          <a:endParaRPr lang="en-US"/>
        </a:p>
      </dgm:t>
    </dgm:pt>
    <dgm:pt modelId="{93474A79-B09F-4984-8D40-2B24E86CFBDC}" type="sibTrans" cxnId="{37FB0CAE-3270-4F29-99EF-CB099B12C052}">
      <dgm:prSet/>
      <dgm:spPr/>
      <dgm:t>
        <a:bodyPr/>
        <a:lstStyle/>
        <a:p>
          <a:endParaRPr lang="en-US"/>
        </a:p>
      </dgm:t>
    </dgm:pt>
    <dgm:pt modelId="{3D1EDA37-5B92-4D08-A52E-F48D16E70A03}">
      <dgm:prSet/>
      <dgm:spPr/>
      <dgm:t>
        <a:bodyPr/>
        <a:lstStyle/>
        <a:p>
          <a:r>
            <a:rPr lang="en-US" baseline="0"/>
            <a:t>Jasna organizacija direktorija</a:t>
          </a:r>
          <a:endParaRPr lang="en-US"/>
        </a:p>
      </dgm:t>
    </dgm:pt>
    <dgm:pt modelId="{AFC73627-E89B-4F5D-AC25-5E0B7D2EEE3A}" type="parTrans" cxnId="{1815A3F1-2864-432C-BEC3-38670065CA46}">
      <dgm:prSet/>
      <dgm:spPr/>
      <dgm:t>
        <a:bodyPr/>
        <a:lstStyle/>
        <a:p>
          <a:endParaRPr lang="en-US"/>
        </a:p>
      </dgm:t>
    </dgm:pt>
    <dgm:pt modelId="{2E5E90A1-99B1-4708-BEC9-C0915FF7D1D3}" type="sibTrans" cxnId="{1815A3F1-2864-432C-BEC3-38670065CA46}">
      <dgm:prSet/>
      <dgm:spPr/>
      <dgm:t>
        <a:bodyPr/>
        <a:lstStyle/>
        <a:p>
          <a:endParaRPr lang="en-US"/>
        </a:p>
      </dgm:t>
    </dgm:pt>
    <dgm:pt modelId="{2CC06C3E-BE1C-46E9-958D-CDB98D8B3FCD}">
      <dgm:prSet/>
      <dgm:spPr/>
      <dgm:t>
        <a:bodyPr/>
        <a:lstStyle/>
        <a:p>
          <a:r>
            <a:rPr lang="en-US" baseline="0"/>
            <a:t>Laka nadogradnja i održavanje</a:t>
          </a:r>
          <a:endParaRPr lang="en-US"/>
        </a:p>
      </dgm:t>
    </dgm:pt>
    <dgm:pt modelId="{50F3B567-1177-428E-B388-A0A56FC39A82}" type="parTrans" cxnId="{A9CC4890-6A4D-475D-88D8-2EDCACA6ED74}">
      <dgm:prSet/>
      <dgm:spPr/>
      <dgm:t>
        <a:bodyPr/>
        <a:lstStyle/>
        <a:p>
          <a:endParaRPr lang="en-US"/>
        </a:p>
      </dgm:t>
    </dgm:pt>
    <dgm:pt modelId="{95DCEDDB-2171-4E3D-A024-F58060F85713}" type="sibTrans" cxnId="{A9CC4890-6A4D-475D-88D8-2EDCACA6ED74}">
      <dgm:prSet/>
      <dgm:spPr/>
      <dgm:t>
        <a:bodyPr/>
        <a:lstStyle/>
        <a:p>
          <a:endParaRPr lang="en-US"/>
        </a:p>
      </dgm:t>
    </dgm:pt>
    <dgm:pt modelId="{54402299-DC80-4462-A8E0-E6359F0FBE87}" type="pres">
      <dgm:prSet presAssocID="{0FE3E8D2-9ACE-4BCE-B914-FEA6F99E8A4F}" presName="linear" presStyleCnt="0">
        <dgm:presLayoutVars>
          <dgm:animLvl val="lvl"/>
          <dgm:resizeHandles val="exact"/>
        </dgm:presLayoutVars>
      </dgm:prSet>
      <dgm:spPr/>
    </dgm:pt>
    <dgm:pt modelId="{CEADDE12-189B-4D3C-B3BA-C05198932758}" type="pres">
      <dgm:prSet presAssocID="{61798FF3-0A1D-420E-86AE-5F82123D2DA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165071C-ABC2-42A8-8A5F-0FB41ACAC39A}" type="pres">
      <dgm:prSet presAssocID="{8CAB5AB2-1A16-41B5-BA11-3FF1195B5837}" presName="spacer" presStyleCnt="0"/>
      <dgm:spPr/>
    </dgm:pt>
    <dgm:pt modelId="{FAF25E29-1E0B-4C80-AF3D-1C57E3605563}" type="pres">
      <dgm:prSet presAssocID="{CEB61FF0-B2DC-4858-B950-1CEF1E507DA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74A4CC-3912-42BF-B5E8-432E00A91D30}" type="pres">
      <dgm:prSet presAssocID="{93474A79-B09F-4984-8D40-2B24E86CFBDC}" presName="spacer" presStyleCnt="0"/>
      <dgm:spPr/>
    </dgm:pt>
    <dgm:pt modelId="{10736E1A-4047-4F91-BA88-398E75B6C03F}" type="pres">
      <dgm:prSet presAssocID="{3D1EDA37-5B92-4D08-A52E-F48D16E70A0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D08CB31-6538-4231-97BA-F6307DF68EB6}" type="pres">
      <dgm:prSet presAssocID="{2E5E90A1-99B1-4708-BEC9-C0915FF7D1D3}" presName="spacer" presStyleCnt="0"/>
      <dgm:spPr/>
    </dgm:pt>
    <dgm:pt modelId="{F7FE9334-FD57-40E0-832C-67D9BA5C567D}" type="pres">
      <dgm:prSet presAssocID="{2CC06C3E-BE1C-46E9-958D-CDB98D8B3FC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34BCF3F-8D53-4D3A-94F8-3ED9766CBA07}" srcId="{0FE3E8D2-9ACE-4BCE-B914-FEA6F99E8A4F}" destId="{61798FF3-0A1D-420E-86AE-5F82123D2DA9}" srcOrd="0" destOrd="0" parTransId="{AAAC9AB3-88F5-41D3-BBD9-109FC6C5A2A1}" sibTransId="{8CAB5AB2-1A16-41B5-BA11-3FF1195B5837}"/>
    <dgm:cxn modelId="{0FD6FA64-4A6D-48AD-A922-8F971E4BD892}" type="presOf" srcId="{61798FF3-0A1D-420E-86AE-5F82123D2DA9}" destId="{CEADDE12-189B-4D3C-B3BA-C05198932758}" srcOrd="0" destOrd="0" presId="urn:microsoft.com/office/officeart/2005/8/layout/vList2"/>
    <dgm:cxn modelId="{5B5B1658-A4D0-45B2-BE53-ABC96CAF7116}" type="presOf" srcId="{0FE3E8D2-9ACE-4BCE-B914-FEA6F99E8A4F}" destId="{54402299-DC80-4462-A8E0-E6359F0FBE87}" srcOrd="0" destOrd="0" presId="urn:microsoft.com/office/officeart/2005/8/layout/vList2"/>
    <dgm:cxn modelId="{1E312E8F-C82C-4A77-A43C-49D6E0665DA5}" type="presOf" srcId="{CEB61FF0-B2DC-4858-B950-1CEF1E507DA4}" destId="{FAF25E29-1E0B-4C80-AF3D-1C57E3605563}" srcOrd="0" destOrd="0" presId="urn:microsoft.com/office/officeart/2005/8/layout/vList2"/>
    <dgm:cxn modelId="{A9CC4890-6A4D-475D-88D8-2EDCACA6ED74}" srcId="{0FE3E8D2-9ACE-4BCE-B914-FEA6F99E8A4F}" destId="{2CC06C3E-BE1C-46E9-958D-CDB98D8B3FCD}" srcOrd="3" destOrd="0" parTransId="{50F3B567-1177-428E-B388-A0A56FC39A82}" sibTransId="{95DCEDDB-2171-4E3D-A024-F58060F85713}"/>
    <dgm:cxn modelId="{37FB0CAE-3270-4F29-99EF-CB099B12C052}" srcId="{0FE3E8D2-9ACE-4BCE-B914-FEA6F99E8A4F}" destId="{CEB61FF0-B2DC-4858-B950-1CEF1E507DA4}" srcOrd="1" destOrd="0" parTransId="{7AF31E25-F9E4-41EC-8DCF-D07C6CD56321}" sibTransId="{93474A79-B09F-4984-8D40-2B24E86CFBDC}"/>
    <dgm:cxn modelId="{D2D193B9-22EF-4D3D-9A07-8D8414EDDFF3}" type="presOf" srcId="{3D1EDA37-5B92-4D08-A52E-F48D16E70A03}" destId="{10736E1A-4047-4F91-BA88-398E75B6C03F}" srcOrd="0" destOrd="0" presId="urn:microsoft.com/office/officeart/2005/8/layout/vList2"/>
    <dgm:cxn modelId="{3914BAC4-DA21-4119-A41A-C1F3A27F8FA4}" type="presOf" srcId="{2CC06C3E-BE1C-46E9-958D-CDB98D8B3FCD}" destId="{F7FE9334-FD57-40E0-832C-67D9BA5C567D}" srcOrd="0" destOrd="0" presId="urn:microsoft.com/office/officeart/2005/8/layout/vList2"/>
    <dgm:cxn modelId="{1815A3F1-2864-432C-BEC3-38670065CA46}" srcId="{0FE3E8D2-9ACE-4BCE-B914-FEA6F99E8A4F}" destId="{3D1EDA37-5B92-4D08-A52E-F48D16E70A03}" srcOrd="2" destOrd="0" parTransId="{AFC73627-E89B-4F5D-AC25-5E0B7D2EEE3A}" sibTransId="{2E5E90A1-99B1-4708-BEC9-C0915FF7D1D3}"/>
    <dgm:cxn modelId="{BA2FDBC0-5188-44BD-8E5B-73AA378069D7}" type="presParOf" srcId="{54402299-DC80-4462-A8E0-E6359F0FBE87}" destId="{CEADDE12-189B-4D3C-B3BA-C05198932758}" srcOrd="0" destOrd="0" presId="urn:microsoft.com/office/officeart/2005/8/layout/vList2"/>
    <dgm:cxn modelId="{88F2B6B9-5F7F-4BF6-BEC6-000FC02766D3}" type="presParOf" srcId="{54402299-DC80-4462-A8E0-E6359F0FBE87}" destId="{6165071C-ABC2-42A8-8A5F-0FB41ACAC39A}" srcOrd="1" destOrd="0" presId="urn:microsoft.com/office/officeart/2005/8/layout/vList2"/>
    <dgm:cxn modelId="{702162FD-4FC2-4967-9DA0-85D44DE1091A}" type="presParOf" srcId="{54402299-DC80-4462-A8E0-E6359F0FBE87}" destId="{FAF25E29-1E0B-4C80-AF3D-1C57E3605563}" srcOrd="2" destOrd="0" presId="urn:microsoft.com/office/officeart/2005/8/layout/vList2"/>
    <dgm:cxn modelId="{36C6377C-9F78-4BEC-A16E-E3D0D06CDAB2}" type="presParOf" srcId="{54402299-DC80-4462-A8E0-E6359F0FBE87}" destId="{4F74A4CC-3912-42BF-B5E8-432E00A91D30}" srcOrd="3" destOrd="0" presId="urn:microsoft.com/office/officeart/2005/8/layout/vList2"/>
    <dgm:cxn modelId="{BE7409DC-7682-49BD-8794-22A6BD2E28DA}" type="presParOf" srcId="{54402299-DC80-4462-A8E0-E6359F0FBE87}" destId="{10736E1A-4047-4F91-BA88-398E75B6C03F}" srcOrd="4" destOrd="0" presId="urn:microsoft.com/office/officeart/2005/8/layout/vList2"/>
    <dgm:cxn modelId="{BFE74FF2-F5BE-4DE1-A036-D820F00C0BD4}" type="presParOf" srcId="{54402299-DC80-4462-A8E0-E6359F0FBE87}" destId="{CD08CB31-6538-4231-97BA-F6307DF68EB6}" srcOrd="5" destOrd="0" presId="urn:microsoft.com/office/officeart/2005/8/layout/vList2"/>
    <dgm:cxn modelId="{BC565FBE-4F95-480F-809A-820A02C67D98}" type="presParOf" srcId="{54402299-DC80-4462-A8E0-E6359F0FBE87}" destId="{F7FE9334-FD57-40E0-832C-67D9BA5C567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C174230-F9E4-4176-A500-28AF3F551BF7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00C66BC-7925-4B93-8058-BAA2C8A2EC42}">
      <dgm:prSet/>
      <dgm:spPr/>
      <dgm:t>
        <a:bodyPr/>
        <a:lstStyle/>
        <a:p>
          <a:r>
            <a:rPr lang="en-US" baseline="0"/>
            <a:t>Projekt rješava stvarni problem korisnika</a:t>
          </a:r>
          <a:endParaRPr lang="en-US"/>
        </a:p>
      </dgm:t>
    </dgm:pt>
    <dgm:pt modelId="{B0FC7D99-36DE-4DC7-9D09-A492FD2F899E}" type="parTrans" cxnId="{0714600B-935E-4362-898E-D2D63CDB3A25}">
      <dgm:prSet/>
      <dgm:spPr/>
      <dgm:t>
        <a:bodyPr/>
        <a:lstStyle/>
        <a:p>
          <a:endParaRPr lang="en-US"/>
        </a:p>
      </dgm:t>
    </dgm:pt>
    <dgm:pt modelId="{297D5359-47E7-43D6-8F2E-2B5AADB18184}" type="sibTrans" cxnId="{0714600B-935E-4362-898E-D2D63CDB3A25}">
      <dgm:prSet/>
      <dgm:spPr/>
      <dgm:t>
        <a:bodyPr/>
        <a:lstStyle/>
        <a:p>
          <a:endParaRPr lang="en-US"/>
        </a:p>
      </dgm:t>
    </dgm:pt>
    <dgm:pt modelId="{E421412E-FFB8-4BC1-BA70-1EA9C4109D7F}">
      <dgm:prSet/>
      <dgm:spPr/>
      <dgm:t>
        <a:bodyPr/>
        <a:lstStyle/>
        <a:p>
          <a:r>
            <a:rPr lang="en-US" baseline="0"/>
            <a:t>Primjena teorije u praktičnom primjeru</a:t>
          </a:r>
          <a:endParaRPr lang="en-US"/>
        </a:p>
      </dgm:t>
    </dgm:pt>
    <dgm:pt modelId="{9BD102A6-18B0-49A1-A298-6613F1899DA5}" type="parTrans" cxnId="{A66AC2A3-69C4-4F6C-B901-C99E66232519}">
      <dgm:prSet/>
      <dgm:spPr/>
      <dgm:t>
        <a:bodyPr/>
        <a:lstStyle/>
        <a:p>
          <a:endParaRPr lang="en-US"/>
        </a:p>
      </dgm:t>
    </dgm:pt>
    <dgm:pt modelId="{965297A4-AD48-4F2C-9AA2-CBCB0E25A35B}" type="sibTrans" cxnId="{A66AC2A3-69C4-4F6C-B901-C99E66232519}">
      <dgm:prSet/>
      <dgm:spPr/>
      <dgm:t>
        <a:bodyPr/>
        <a:lstStyle/>
        <a:p>
          <a:endParaRPr lang="en-US"/>
        </a:p>
      </dgm:t>
    </dgm:pt>
    <dgm:pt modelId="{6F109A92-5EBB-4BF5-AE0D-12C1E12A67F1}">
      <dgm:prSet/>
      <dgm:spPr/>
      <dgm:t>
        <a:bodyPr/>
        <a:lstStyle/>
        <a:p>
          <a:r>
            <a:rPr lang="en-US" baseline="0"/>
            <a:t>Uspješna izrada full-stack web aplikacije</a:t>
          </a:r>
          <a:endParaRPr lang="en-US"/>
        </a:p>
      </dgm:t>
    </dgm:pt>
    <dgm:pt modelId="{6EF299ED-2B2D-45EB-932B-2B2BBBD56381}" type="parTrans" cxnId="{B10E1E64-B6B8-484E-B826-71F9A4F9B7A2}">
      <dgm:prSet/>
      <dgm:spPr/>
      <dgm:t>
        <a:bodyPr/>
        <a:lstStyle/>
        <a:p>
          <a:endParaRPr lang="en-US"/>
        </a:p>
      </dgm:t>
    </dgm:pt>
    <dgm:pt modelId="{3382B27B-F804-4553-9284-C1C2B5F51CEE}" type="sibTrans" cxnId="{B10E1E64-B6B8-484E-B826-71F9A4F9B7A2}">
      <dgm:prSet/>
      <dgm:spPr/>
      <dgm:t>
        <a:bodyPr/>
        <a:lstStyle/>
        <a:p>
          <a:endParaRPr lang="en-US"/>
        </a:p>
      </dgm:t>
    </dgm:pt>
    <dgm:pt modelId="{74137723-ADD1-4E40-BB6D-A611CBD3D138}">
      <dgm:prSet/>
      <dgm:spPr/>
      <dgm:t>
        <a:bodyPr/>
        <a:lstStyle/>
        <a:p>
          <a:r>
            <a:rPr lang="en-US" baseline="0"/>
            <a:t>Mogućnost daljnjeg proširenja funkcionalnosti</a:t>
          </a:r>
          <a:endParaRPr lang="en-US"/>
        </a:p>
      </dgm:t>
    </dgm:pt>
    <dgm:pt modelId="{A2513341-3174-49DB-8F9E-052BC724A5DA}" type="parTrans" cxnId="{272A6565-F921-47BA-AC82-A2E41CD2227F}">
      <dgm:prSet/>
      <dgm:spPr/>
      <dgm:t>
        <a:bodyPr/>
        <a:lstStyle/>
        <a:p>
          <a:endParaRPr lang="en-US"/>
        </a:p>
      </dgm:t>
    </dgm:pt>
    <dgm:pt modelId="{2607F3FE-623C-45B5-A430-0D34011A5626}" type="sibTrans" cxnId="{272A6565-F921-47BA-AC82-A2E41CD2227F}">
      <dgm:prSet/>
      <dgm:spPr/>
      <dgm:t>
        <a:bodyPr/>
        <a:lstStyle/>
        <a:p>
          <a:endParaRPr lang="en-US"/>
        </a:p>
      </dgm:t>
    </dgm:pt>
    <dgm:pt modelId="{A897A7C7-DDFD-490A-BF83-97FB9CFDD423}" type="pres">
      <dgm:prSet presAssocID="{6C174230-F9E4-4176-A500-28AF3F551BF7}" presName="outerComposite" presStyleCnt="0">
        <dgm:presLayoutVars>
          <dgm:chMax val="5"/>
          <dgm:dir/>
          <dgm:resizeHandles val="exact"/>
        </dgm:presLayoutVars>
      </dgm:prSet>
      <dgm:spPr/>
    </dgm:pt>
    <dgm:pt modelId="{BD626823-89BC-4A63-ABFD-3339BD949DEE}" type="pres">
      <dgm:prSet presAssocID="{6C174230-F9E4-4176-A500-28AF3F551BF7}" presName="dummyMaxCanvas" presStyleCnt="0">
        <dgm:presLayoutVars/>
      </dgm:prSet>
      <dgm:spPr/>
    </dgm:pt>
    <dgm:pt modelId="{0B9B1149-C089-426F-BD43-2E5DDFA12BEB}" type="pres">
      <dgm:prSet presAssocID="{6C174230-F9E4-4176-A500-28AF3F551BF7}" presName="FourNodes_1" presStyleLbl="node1" presStyleIdx="0" presStyleCnt="4">
        <dgm:presLayoutVars>
          <dgm:bulletEnabled val="1"/>
        </dgm:presLayoutVars>
      </dgm:prSet>
      <dgm:spPr/>
    </dgm:pt>
    <dgm:pt modelId="{08D6E199-F07B-4CAA-8B48-EFF78902D146}" type="pres">
      <dgm:prSet presAssocID="{6C174230-F9E4-4176-A500-28AF3F551BF7}" presName="FourNodes_2" presStyleLbl="node1" presStyleIdx="1" presStyleCnt="4">
        <dgm:presLayoutVars>
          <dgm:bulletEnabled val="1"/>
        </dgm:presLayoutVars>
      </dgm:prSet>
      <dgm:spPr/>
    </dgm:pt>
    <dgm:pt modelId="{A214767C-99DD-4CE5-A794-426482126CA3}" type="pres">
      <dgm:prSet presAssocID="{6C174230-F9E4-4176-A500-28AF3F551BF7}" presName="FourNodes_3" presStyleLbl="node1" presStyleIdx="2" presStyleCnt="4">
        <dgm:presLayoutVars>
          <dgm:bulletEnabled val="1"/>
        </dgm:presLayoutVars>
      </dgm:prSet>
      <dgm:spPr/>
    </dgm:pt>
    <dgm:pt modelId="{E0E48E72-BE49-4D5C-8657-59FEBA34F130}" type="pres">
      <dgm:prSet presAssocID="{6C174230-F9E4-4176-A500-28AF3F551BF7}" presName="FourNodes_4" presStyleLbl="node1" presStyleIdx="3" presStyleCnt="4">
        <dgm:presLayoutVars>
          <dgm:bulletEnabled val="1"/>
        </dgm:presLayoutVars>
      </dgm:prSet>
      <dgm:spPr/>
    </dgm:pt>
    <dgm:pt modelId="{703EF971-3446-42A0-88DA-88A578CE8018}" type="pres">
      <dgm:prSet presAssocID="{6C174230-F9E4-4176-A500-28AF3F551BF7}" presName="FourConn_1-2" presStyleLbl="fgAccFollowNode1" presStyleIdx="0" presStyleCnt="3">
        <dgm:presLayoutVars>
          <dgm:bulletEnabled val="1"/>
        </dgm:presLayoutVars>
      </dgm:prSet>
      <dgm:spPr/>
    </dgm:pt>
    <dgm:pt modelId="{D84B2306-17B8-490D-9D7D-3D6C72A79C03}" type="pres">
      <dgm:prSet presAssocID="{6C174230-F9E4-4176-A500-28AF3F551BF7}" presName="FourConn_2-3" presStyleLbl="fgAccFollowNode1" presStyleIdx="1" presStyleCnt="3">
        <dgm:presLayoutVars>
          <dgm:bulletEnabled val="1"/>
        </dgm:presLayoutVars>
      </dgm:prSet>
      <dgm:spPr/>
    </dgm:pt>
    <dgm:pt modelId="{0122A420-6F10-4F40-A50C-5DB8AEAEDD8C}" type="pres">
      <dgm:prSet presAssocID="{6C174230-F9E4-4176-A500-28AF3F551BF7}" presName="FourConn_3-4" presStyleLbl="fgAccFollowNode1" presStyleIdx="2" presStyleCnt="3">
        <dgm:presLayoutVars>
          <dgm:bulletEnabled val="1"/>
        </dgm:presLayoutVars>
      </dgm:prSet>
      <dgm:spPr/>
    </dgm:pt>
    <dgm:pt modelId="{3B5FD0B9-CA4F-47DD-A64C-2986987681BB}" type="pres">
      <dgm:prSet presAssocID="{6C174230-F9E4-4176-A500-28AF3F551BF7}" presName="FourNodes_1_text" presStyleLbl="node1" presStyleIdx="3" presStyleCnt="4">
        <dgm:presLayoutVars>
          <dgm:bulletEnabled val="1"/>
        </dgm:presLayoutVars>
      </dgm:prSet>
      <dgm:spPr/>
    </dgm:pt>
    <dgm:pt modelId="{40E3A35A-7E5E-4585-A612-15817327C5BD}" type="pres">
      <dgm:prSet presAssocID="{6C174230-F9E4-4176-A500-28AF3F551BF7}" presName="FourNodes_2_text" presStyleLbl="node1" presStyleIdx="3" presStyleCnt="4">
        <dgm:presLayoutVars>
          <dgm:bulletEnabled val="1"/>
        </dgm:presLayoutVars>
      </dgm:prSet>
      <dgm:spPr/>
    </dgm:pt>
    <dgm:pt modelId="{866EB73E-AE42-41AA-9145-69D12E90E735}" type="pres">
      <dgm:prSet presAssocID="{6C174230-F9E4-4176-A500-28AF3F551BF7}" presName="FourNodes_3_text" presStyleLbl="node1" presStyleIdx="3" presStyleCnt="4">
        <dgm:presLayoutVars>
          <dgm:bulletEnabled val="1"/>
        </dgm:presLayoutVars>
      </dgm:prSet>
      <dgm:spPr/>
    </dgm:pt>
    <dgm:pt modelId="{538AD3BC-FD7B-4D82-BFEE-7006E0A6671E}" type="pres">
      <dgm:prSet presAssocID="{6C174230-F9E4-4176-A500-28AF3F551BF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9CBD702-D7EF-40D6-A18B-B2E8A993D964}" type="presOf" srcId="{3382B27B-F804-4553-9284-C1C2B5F51CEE}" destId="{0122A420-6F10-4F40-A50C-5DB8AEAEDD8C}" srcOrd="0" destOrd="0" presId="urn:microsoft.com/office/officeart/2005/8/layout/vProcess5"/>
    <dgm:cxn modelId="{03BC2404-9FDA-4160-9A64-D13D1FA95162}" type="presOf" srcId="{297D5359-47E7-43D6-8F2E-2B5AADB18184}" destId="{703EF971-3446-42A0-88DA-88A578CE8018}" srcOrd="0" destOrd="0" presId="urn:microsoft.com/office/officeart/2005/8/layout/vProcess5"/>
    <dgm:cxn modelId="{0714600B-935E-4362-898E-D2D63CDB3A25}" srcId="{6C174230-F9E4-4176-A500-28AF3F551BF7}" destId="{200C66BC-7925-4B93-8058-BAA2C8A2EC42}" srcOrd="0" destOrd="0" parTransId="{B0FC7D99-36DE-4DC7-9D09-A492FD2F899E}" sibTransId="{297D5359-47E7-43D6-8F2E-2B5AADB18184}"/>
    <dgm:cxn modelId="{23E03B3D-BD4C-44F9-A809-C614C9BE9586}" type="presOf" srcId="{74137723-ADD1-4E40-BB6D-A611CBD3D138}" destId="{E0E48E72-BE49-4D5C-8657-59FEBA34F130}" srcOrd="0" destOrd="0" presId="urn:microsoft.com/office/officeart/2005/8/layout/vProcess5"/>
    <dgm:cxn modelId="{36E7435C-63F2-4852-8EDC-77DBC0FB059B}" type="presOf" srcId="{6F109A92-5EBB-4BF5-AE0D-12C1E12A67F1}" destId="{A214767C-99DD-4CE5-A794-426482126CA3}" srcOrd="0" destOrd="0" presId="urn:microsoft.com/office/officeart/2005/8/layout/vProcess5"/>
    <dgm:cxn modelId="{B10E1E64-B6B8-484E-B826-71F9A4F9B7A2}" srcId="{6C174230-F9E4-4176-A500-28AF3F551BF7}" destId="{6F109A92-5EBB-4BF5-AE0D-12C1E12A67F1}" srcOrd="2" destOrd="0" parTransId="{6EF299ED-2B2D-45EB-932B-2B2BBBD56381}" sibTransId="{3382B27B-F804-4553-9284-C1C2B5F51CEE}"/>
    <dgm:cxn modelId="{F2F32145-FC1A-4D95-A295-78D20293EBEF}" type="presOf" srcId="{E421412E-FFB8-4BC1-BA70-1EA9C4109D7F}" destId="{08D6E199-F07B-4CAA-8B48-EFF78902D146}" srcOrd="0" destOrd="0" presId="urn:microsoft.com/office/officeart/2005/8/layout/vProcess5"/>
    <dgm:cxn modelId="{272A6565-F921-47BA-AC82-A2E41CD2227F}" srcId="{6C174230-F9E4-4176-A500-28AF3F551BF7}" destId="{74137723-ADD1-4E40-BB6D-A611CBD3D138}" srcOrd="3" destOrd="0" parTransId="{A2513341-3174-49DB-8F9E-052BC724A5DA}" sibTransId="{2607F3FE-623C-45B5-A430-0D34011A5626}"/>
    <dgm:cxn modelId="{8D21686C-477B-4179-9F7B-56EEE5964ADE}" type="presOf" srcId="{E421412E-FFB8-4BC1-BA70-1EA9C4109D7F}" destId="{40E3A35A-7E5E-4585-A612-15817327C5BD}" srcOrd="1" destOrd="0" presId="urn:microsoft.com/office/officeart/2005/8/layout/vProcess5"/>
    <dgm:cxn modelId="{191BB76F-CCE2-4272-894F-1BADEB1B4D27}" type="presOf" srcId="{965297A4-AD48-4F2C-9AA2-CBCB0E25A35B}" destId="{D84B2306-17B8-490D-9D7D-3D6C72A79C03}" srcOrd="0" destOrd="0" presId="urn:microsoft.com/office/officeart/2005/8/layout/vProcess5"/>
    <dgm:cxn modelId="{03158A7C-FF6C-495C-AAC2-4EC134DAFE28}" type="presOf" srcId="{6F109A92-5EBB-4BF5-AE0D-12C1E12A67F1}" destId="{866EB73E-AE42-41AA-9145-69D12E90E735}" srcOrd="1" destOrd="0" presId="urn:microsoft.com/office/officeart/2005/8/layout/vProcess5"/>
    <dgm:cxn modelId="{F1BB7A7F-B143-4003-B9CC-2565359EA5BF}" type="presOf" srcId="{6C174230-F9E4-4176-A500-28AF3F551BF7}" destId="{A897A7C7-DDFD-490A-BF83-97FB9CFDD423}" srcOrd="0" destOrd="0" presId="urn:microsoft.com/office/officeart/2005/8/layout/vProcess5"/>
    <dgm:cxn modelId="{A66AC2A3-69C4-4F6C-B901-C99E66232519}" srcId="{6C174230-F9E4-4176-A500-28AF3F551BF7}" destId="{E421412E-FFB8-4BC1-BA70-1EA9C4109D7F}" srcOrd="1" destOrd="0" parTransId="{9BD102A6-18B0-49A1-A298-6613F1899DA5}" sibTransId="{965297A4-AD48-4F2C-9AA2-CBCB0E25A35B}"/>
    <dgm:cxn modelId="{9677F0C2-AB3A-446C-B496-32CBE1A5DC5D}" type="presOf" srcId="{74137723-ADD1-4E40-BB6D-A611CBD3D138}" destId="{538AD3BC-FD7B-4D82-BFEE-7006E0A6671E}" srcOrd="1" destOrd="0" presId="urn:microsoft.com/office/officeart/2005/8/layout/vProcess5"/>
    <dgm:cxn modelId="{E53CA5DC-3A3C-4ED4-A06F-1B916BDCFA14}" type="presOf" srcId="{200C66BC-7925-4B93-8058-BAA2C8A2EC42}" destId="{0B9B1149-C089-426F-BD43-2E5DDFA12BEB}" srcOrd="0" destOrd="0" presId="urn:microsoft.com/office/officeart/2005/8/layout/vProcess5"/>
    <dgm:cxn modelId="{479C57F5-948D-449C-962F-89EB7E4AF6FA}" type="presOf" srcId="{200C66BC-7925-4B93-8058-BAA2C8A2EC42}" destId="{3B5FD0B9-CA4F-47DD-A64C-2986987681BB}" srcOrd="1" destOrd="0" presId="urn:microsoft.com/office/officeart/2005/8/layout/vProcess5"/>
    <dgm:cxn modelId="{45F42D53-6AE8-4FB6-B09F-18035D659336}" type="presParOf" srcId="{A897A7C7-DDFD-490A-BF83-97FB9CFDD423}" destId="{BD626823-89BC-4A63-ABFD-3339BD949DEE}" srcOrd="0" destOrd="0" presId="urn:microsoft.com/office/officeart/2005/8/layout/vProcess5"/>
    <dgm:cxn modelId="{C4D12D36-F70F-4E43-8076-18AD7708C5F8}" type="presParOf" srcId="{A897A7C7-DDFD-490A-BF83-97FB9CFDD423}" destId="{0B9B1149-C089-426F-BD43-2E5DDFA12BEB}" srcOrd="1" destOrd="0" presId="urn:microsoft.com/office/officeart/2005/8/layout/vProcess5"/>
    <dgm:cxn modelId="{8B83C215-5A5C-4725-B915-A100659FC33B}" type="presParOf" srcId="{A897A7C7-DDFD-490A-BF83-97FB9CFDD423}" destId="{08D6E199-F07B-4CAA-8B48-EFF78902D146}" srcOrd="2" destOrd="0" presId="urn:microsoft.com/office/officeart/2005/8/layout/vProcess5"/>
    <dgm:cxn modelId="{FB1FB23B-DCB4-40D3-A7F0-284550AA3B5D}" type="presParOf" srcId="{A897A7C7-DDFD-490A-BF83-97FB9CFDD423}" destId="{A214767C-99DD-4CE5-A794-426482126CA3}" srcOrd="3" destOrd="0" presId="urn:microsoft.com/office/officeart/2005/8/layout/vProcess5"/>
    <dgm:cxn modelId="{6F5952CA-7236-44DA-80D2-0EAB4EF79A58}" type="presParOf" srcId="{A897A7C7-DDFD-490A-BF83-97FB9CFDD423}" destId="{E0E48E72-BE49-4D5C-8657-59FEBA34F130}" srcOrd="4" destOrd="0" presId="urn:microsoft.com/office/officeart/2005/8/layout/vProcess5"/>
    <dgm:cxn modelId="{DB5737C7-5B28-4C1D-874D-D2200A995C9B}" type="presParOf" srcId="{A897A7C7-DDFD-490A-BF83-97FB9CFDD423}" destId="{703EF971-3446-42A0-88DA-88A578CE8018}" srcOrd="5" destOrd="0" presId="urn:microsoft.com/office/officeart/2005/8/layout/vProcess5"/>
    <dgm:cxn modelId="{C3DA5512-EC65-4A66-918D-B929FF1E817E}" type="presParOf" srcId="{A897A7C7-DDFD-490A-BF83-97FB9CFDD423}" destId="{D84B2306-17B8-490D-9D7D-3D6C72A79C03}" srcOrd="6" destOrd="0" presId="urn:microsoft.com/office/officeart/2005/8/layout/vProcess5"/>
    <dgm:cxn modelId="{3E4A09FB-5DB5-49B0-9DD2-F15DAFED05FD}" type="presParOf" srcId="{A897A7C7-DDFD-490A-BF83-97FB9CFDD423}" destId="{0122A420-6F10-4F40-A50C-5DB8AEAEDD8C}" srcOrd="7" destOrd="0" presId="urn:microsoft.com/office/officeart/2005/8/layout/vProcess5"/>
    <dgm:cxn modelId="{4FB94236-5F44-460F-BD45-4F652EA5B546}" type="presParOf" srcId="{A897A7C7-DDFD-490A-BF83-97FB9CFDD423}" destId="{3B5FD0B9-CA4F-47DD-A64C-2986987681BB}" srcOrd="8" destOrd="0" presId="urn:microsoft.com/office/officeart/2005/8/layout/vProcess5"/>
    <dgm:cxn modelId="{07ACB1D7-8A1D-44F5-A05D-32DE8412A769}" type="presParOf" srcId="{A897A7C7-DDFD-490A-BF83-97FB9CFDD423}" destId="{40E3A35A-7E5E-4585-A612-15817327C5BD}" srcOrd="9" destOrd="0" presId="urn:microsoft.com/office/officeart/2005/8/layout/vProcess5"/>
    <dgm:cxn modelId="{C385762E-0441-49D1-A5A9-25DF1737A3E0}" type="presParOf" srcId="{A897A7C7-DDFD-490A-BF83-97FB9CFDD423}" destId="{866EB73E-AE42-41AA-9145-69D12E90E735}" srcOrd="10" destOrd="0" presId="urn:microsoft.com/office/officeart/2005/8/layout/vProcess5"/>
    <dgm:cxn modelId="{7FDF5A82-F752-4C15-AA0E-8302FD61C24C}" type="presParOf" srcId="{A897A7C7-DDFD-490A-BF83-97FB9CFDD423}" destId="{538AD3BC-FD7B-4D82-BFEE-7006E0A6671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4AC6B-F3AB-4D19-95A8-DA2FE705E110}">
      <dsp:nvSpPr>
        <dsp:cNvPr id="0" name=""/>
        <dsp:cNvSpPr/>
      </dsp:nvSpPr>
      <dsp:spPr>
        <a:xfrm>
          <a:off x="0" y="0"/>
          <a:ext cx="5914914" cy="9243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Pregled mjesta (stadioni, dvorane, kazališta)</a:t>
          </a:r>
          <a:endParaRPr lang="en-US" sz="2400" kern="1200"/>
        </a:p>
      </dsp:txBody>
      <dsp:txXfrm>
        <a:off x="27073" y="27073"/>
        <a:ext cx="4839389" cy="870179"/>
      </dsp:txXfrm>
    </dsp:sp>
    <dsp:sp modelId="{4F1C3BA8-B598-4538-9E9B-B208ECBB6200}">
      <dsp:nvSpPr>
        <dsp:cNvPr id="0" name=""/>
        <dsp:cNvSpPr/>
      </dsp:nvSpPr>
      <dsp:spPr>
        <a:xfrm>
          <a:off x="495374" y="1092384"/>
          <a:ext cx="5914914" cy="924325"/>
        </a:xfrm>
        <a:prstGeom prst="roundRect">
          <a:avLst>
            <a:gd name="adj" fmla="val 10000"/>
          </a:avLst>
        </a:prstGeom>
        <a:solidFill>
          <a:schemeClr val="accent2">
            <a:hueOff val="-2474889"/>
            <a:satOff val="807"/>
            <a:lumOff val="-719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Interaktivna SVG mapa sjedala po sekcijama</a:t>
          </a:r>
          <a:endParaRPr lang="en-US" sz="2400" kern="1200"/>
        </a:p>
      </dsp:txBody>
      <dsp:txXfrm>
        <a:off x="522447" y="1119457"/>
        <a:ext cx="4764582" cy="870179"/>
      </dsp:txXfrm>
    </dsp:sp>
    <dsp:sp modelId="{F3BE879F-06B8-424C-95B3-0538DECDC8B4}">
      <dsp:nvSpPr>
        <dsp:cNvPr id="0" name=""/>
        <dsp:cNvSpPr/>
      </dsp:nvSpPr>
      <dsp:spPr>
        <a:xfrm>
          <a:off x="983354" y="2184768"/>
          <a:ext cx="5914914" cy="924325"/>
        </a:xfrm>
        <a:prstGeom prst="roundRect">
          <a:avLst>
            <a:gd name="adj" fmla="val 10000"/>
          </a:avLst>
        </a:prstGeom>
        <a:solidFill>
          <a:schemeClr val="accent2">
            <a:hueOff val="-4949778"/>
            <a:satOff val="1615"/>
            <a:lumOff val="-1438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360° virtualni pogled s pozicije sjedala</a:t>
          </a:r>
          <a:endParaRPr lang="en-US" sz="2400" kern="1200"/>
        </a:p>
      </dsp:txBody>
      <dsp:txXfrm>
        <a:off x="1010427" y="2211841"/>
        <a:ext cx="4771976" cy="870179"/>
      </dsp:txXfrm>
    </dsp:sp>
    <dsp:sp modelId="{6763C898-628D-4E58-B14E-2A2443FB03B7}">
      <dsp:nvSpPr>
        <dsp:cNvPr id="0" name=""/>
        <dsp:cNvSpPr/>
      </dsp:nvSpPr>
      <dsp:spPr>
        <a:xfrm>
          <a:off x="1478728" y="3277152"/>
          <a:ext cx="5914914" cy="924325"/>
        </a:xfrm>
        <a:prstGeom prst="roundRect">
          <a:avLst>
            <a:gd name="adj" fmla="val 10000"/>
          </a:avLst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Sustav recenzija s više kategorija ocjenjivanja</a:t>
          </a:r>
          <a:endParaRPr lang="en-US" sz="2400" kern="1200"/>
        </a:p>
      </dsp:txBody>
      <dsp:txXfrm>
        <a:off x="1505801" y="3304225"/>
        <a:ext cx="4764582" cy="870179"/>
      </dsp:txXfrm>
    </dsp:sp>
    <dsp:sp modelId="{95C2638E-19CE-4F50-9784-60A27688A9FD}">
      <dsp:nvSpPr>
        <dsp:cNvPr id="0" name=""/>
        <dsp:cNvSpPr/>
      </dsp:nvSpPr>
      <dsp:spPr>
        <a:xfrm>
          <a:off x="5314103" y="707949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449285" y="707949"/>
        <a:ext cx="330447" cy="452110"/>
      </dsp:txXfrm>
    </dsp:sp>
    <dsp:sp modelId="{1EBC7395-A1E9-45E7-819C-55EC85B81B31}">
      <dsp:nvSpPr>
        <dsp:cNvPr id="0" name=""/>
        <dsp:cNvSpPr/>
      </dsp:nvSpPr>
      <dsp:spPr>
        <a:xfrm>
          <a:off x="5809477" y="1800333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704308"/>
            <a:satOff val="790"/>
            <a:lumOff val="-260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-3704308"/>
              <a:satOff val="790"/>
              <a:lumOff val="-2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944659" y="1800333"/>
        <a:ext cx="330447" cy="452110"/>
      </dsp:txXfrm>
    </dsp:sp>
    <dsp:sp modelId="{762DE789-2F22-4B83-B8AF-6BB5389136B6}">
      <dsp:nvSpPr>
        <dsp:cNvPr id="0" name=""/>
        <dsp:cNvSpPr/>
      </dsp:nvSpPr>
      <dsp:spPr>
        <a:xfrm>
          <a:off x="6297457" y="2892717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7408615"/>
            <a:satOff val="1581"/>
            <a:lumOff val="-519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-7408615"/>
              <a:satOff val="1581"/>
              <a:lumOff val="-5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432639" y="2892717"/>
        <a:ext cx="330447" cy="4521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80CBCF-7ED9-429E-A741-11D6DDFF9EEA}">
      <dsp:nvSpPr>
        <dsp:cNvPr id="0" name=""/>
        <dsp:cNvSpPr/>
      </dsp:nvSpPr>
      <dsp:spPr>
        <a:xfrm>
          <a:off x="0" y="816128"/>
          <a:ext cx="644652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/>
            <a:t>React 18 – komponentni pristup</a:t>
          </a:r>
          <a:endParaRPr lang="en-US" sz="2600" kern="1200"/>
        </a:p>
      </dsp:txBody>
      <dsp:txXfrm>
        <a:off x="30442" y="846570"/>
        <a:ext cx="6385636" cy="562726"/>
      </dsp:txXfrm>
    </dsp:sp>
    <dsp:sp modelId="{821A3012-FEF7-4087-A7CD-2F9A3673F0EE}">
      <dsp:nvSpPr>
        <dsp:cNvPr id="0" name=""/>
        <dsp:cNvSpPr/>
      </dsp:nvSpPr>
      <dsp:spPr>
        <a:xfrm>
          <a:off x="0" y="1514618"/>
          <a:ext cx="644652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/>
            <a:t>Vite – brzi razvoj i build</a:t>
          </a:r>
          <a:endParaRPr lang="en-US" sz="2600" kern="1200"/>
        </a:p>
      </dsp:txBody>
      <dsp:txXfrm>
        <a:off x="30442" y="1545060"/>
        <a:ext cx="6385636" cy="562726"/>
      </dsp:txXfrm>
    </dsp:sp>
    <dsp:sp modelId="{34C78000-23F4-4C89-8AB3-2905ACECA57B}">
      <dsp:nvSpPr>
        <dsp:cNvPr id="0" name=""/>
        <dsp:cNvSpPr/>
      </dsp:nvSpPr>
      <dsp:spPr>
        <a:xfrm>
          <a:off x="0" y="2213108"/>
          <a:ext cx="644652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/>
            <a:t>CSS3 animacije i glassmorphism efekti</a:t>
          </a:r>
          <a:endParaRPr lang="en-US" sz="2600" kern="1200"/>
        </a:p>
      </dsp:txBody>
      <dsp:txXfrm>
        <a:off x="30442" y="2243550"/>
        <a:ext cx="6385636" cy="562726"/>
      </dsp:txXfrm>
    </dsp:sp>
    <dsp:sp modelId="{91F72B58-2A8B-4DEE-9863-61F86F9987AE}">
      <dsp:nvSpPr>
        <dsp:cNvPr id="0" name=""/>
        <dsp:cNvSpPr/>
      </dsp:nvSpPr>
      <dsp:spPr>
        <a:xfrm>
          <a:off x="0" y="2911598"/>
          <a:ext cx="644652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/>
            <a:t>Višejezična podrška (HR / EN)</a:t>
          </a:r>
          <a:endParaRPr lang="en-US" sz="2600" kern="1200"/>
        </a:p>
      </dsp:txBody>
      <dsp:txXfrm>
        <a:off x="30442" y="2942040"/>
        <a:ext cx="6385636" cy="5627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F804AB-3387-421A-A688-D208ECDCE276}">
      <dsp:nvSpPr>
        <dsp:cNvPr id="0" name=""/>
        <dsp:cNvSpPr/>
      </dsp:nvSpPr>
      <dsp:spPr>
        <a:xfrm>
          <a:off x="0" y="763838"/>
          <a:ext cx="644652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Node.js i Express.js – REST API</a:t>
          </a:r>
          <a:endParaRPr lang="en-US" sz="2700" kern="1200"/>
        </a:p>
      </dsp:txBody>
      <dsp:txXfrm>
        <a:off x="31613" y="795451"/>
        <a:ext cx="6383294" cy="584369"/>
      </dsp:txXfrm>
    </dsp:sp>
    <dsp:sp modelId="{77870835-5281-4F1D-B080-4D8A27B6483D}">
      <dsp:nvSpPr>
        <dsp:cNvPr id="0" name=""/>
        <dsp:cNvSpPr/>
      </dsp:nvSpPr>
      <dsp:spPr>
        <a:xfrm>
          <a:off x="0" y="1489193"/>
          <a:ext cx="644652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SQLite baza podataka (better-sqlite3)</a:t>
          </a:r>
          <a:endParaRPr lang="en-US" sz="2700" kern="1200"/>
        </a:p>
      </dsp:txBody>
      <dsp:txXfrm>
        <a:off x="31613" y="1520806"/>
        <a:ext cx="6383294" cy="584369"/>
      </dsp:txXfrm>
    </dsp:sp>
    <dsp:sp modelId="{CA50C22A-84D8-4F4E-B1AD-E3E2046FF352}">
      <dsp:nvSpPr>
        <dsp:cNvPr id="0" name=""/>
        <dsp:cNvSpPr/>
      </dsp:nvSpPr>
      <dsp:spPr>
        <a:xfrm>
          <a:off x="0" y="2214548"/>
          <a:ext cx="644652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JWT autentifikacija korisnika</a:t>
          </a:r>
          <a:endParaRPr lang="en-US" sz="2700" kern="1200"/>
        </a:p>
      </dsp:txBody>
      <dsp:txXfrm>
        <a:off x="31613" y="2246161"/>
        <a:ext cx="6383294" cy="584369"/>
      </dsp:txXfrm>
    </dsp:sp>
    <dsp:sp modelId="{1D2B1D94-FF9F-49F8-9267-9F21B63B26A4}">
      <dsp:nvSpPr>
        <dsp:cNvPr id="0" name=""/>
        <dsp:cNvSpPr/>
      </dsp:nvSpPr>
      <dsp:spPr>
        <a:xfrm>
          <a:off x="0" y="2939903"/>
          <a:ext cx="644652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bcrypt hashiranje lozinki</a:t>
          </a:r>
          <a:endParaRPr lang="en-US" sz="2700" kern="1200"/>
        </a:p>
      </dsp:txBody>
      <dsp:txXfrm>
        <a:off x="31613" y="2971516"/>
        <a:ext cx="6383294" cy="5843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DDE12-189B-4D3C-B3BA-C05198932758}">
      <dsp:nvSpPr>
        <dsp:cNvPr id="0" name=""/>
        <dsp:cNvSpPr/>
      </dsp:nvSpPr>
      <dsp:spPr>
        <a:xfrm>
          <a:off x="0" y="30747"/>
          <a:ext cx="4492602" cy="12331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Frontend – React komponente i stilovi</a:t>
          </a:r>
          <a:endParaRPr lang="en-US" sz="3100" kern="1200"/>
        </a:p>
      </dsp:txBody>
      <dsp:txXfrm>
        <a:off x="60199" y="90946"/>
        <a:ext cx="4372204" cy="1112781"/>
      </dsp:txXfrm>
    </dsp:sp>
    <dsp:sp modelId="{FAF25E29-1E0B-4C80-AF3D-1C57E3605563}">
      <dsp:nvSpPr>
        <dsp:cNvPr id="0" name=""/>
        <dsp:cNvSpPr/>
      </dsp:nvSpPr>
      <dsp:spPr>
        <a:xfrm>
          <a:off x="0" y="1353207"/>
          <a:ext cx="4492602" cy="1233179"/>
        </a:xfrm>
        <a:prstGeom prst="roundRect">
          <a:avLst/>
        </a:prstGeom>
        <a:solidFill>
          <a:schemeClr val="accent2">
            <a:hueOff val="-2474889"/>
            <a:satOff val="807"/>
            <a:lumOff val="-719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Backend – Express server i API rute</a:t>
          </a:r>
          <a:endParaRPr lang="en-US" sz="3100" kern="1200"/>
        </a:p>
      </dsp:txBody>
      <dsp:txXfrm>
        <a:off x="60199" y="1413406"/>
        <a:ext cx="4372204" cy="1112781"/>
      </dsp:txXfrm>
    </dsp:sp>
    <dsp:sp modelId="{10736E1A-4047-4F91-BA88-398E75B6C03F}">
      <dsp:nvSpPr>
        <dsp:cNvPr id="0" name=""/>
        <dsp:cNvSpPr/>
      </dsp:nvSpPr>
      <dsp:spPr>
        <a:xfrm>
          <a:off x="0" y="2675667"/>
          <a:ext cx="4492602" cy="1233179"/>
        </a:xfrm>
        <a:prstGeom prst="roundRect">
          <a:avLst/>
        </a:prstGeom>
        <a:solidFill>
          <a:schemeClr val="accent2">
            <a:hueOff val="-4949778"/>
            <a:satOff val="1615"/>
            <a:lumOff val="-1438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Jasna organizacija direktorija</a:t>
          </a:r>
          <a:endParaRPr lang="en-US" sz="3100" kern="1200"/>
        </a:p>
      </dsp:txBody>
      <dsp:txXfrm>
        <a:off x="60199" y="2735866"/>
        <a:ext cx="4372204" cy="1112781"/>
      </dsp:txXfrm>
    </dsp:sp>
    <dsp:sp modelId="{F7FE9334-FD57-40E0-832C-67D9BA5C567D}">
      <dsp:nvSpPr>
        <dsp:cNvPr id="0" name=""/>
        <dsp:cNvSpPr/>
      </dsp:nvSpPr>
      <dsp:spPr>
        <a:xfrm>
          <a:off x="0" y="3998127"/>
          <a:ext cx="4492602" cy="1233179"/>
        </a:xfrm>
        <a:prstGeom prst="roundRect">
          <a:avLst/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Laka nadogradnja i održavanje</a:t>
          </a:r>
          <a:endParaRPr lang="en-US" sz="3100" kern="1200"/>
        </a:p>
      </dsp:txBody>
      <dsp:txXfrm>
        <a:off x="60199" y="4058326"/>
        <a:ext cx="4372204" cy="11127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9B1149-C089-426F-BD43-2E5DDFA12BEB}">
      <dsp:nvSpPr>
        <dsp:cNvPr id="0" name=""/>
        <dsp:cNvSpPr/>
      </dsp:nvSpPr>
      <dsp:spPr>
        <a:xfrm>
          <a:off x="0" y="0"/>
          <a:ext cx="5157216" cy="957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Projekt rješava stvarni problem korisnika</a:t>
          </a:r>
          <a:endParaRPr lang="en-US" sz="2500" kern="1200"/>
        </a:p>
      </dsp:txBody>
      <dsp:txXfrm>
        <a:off x="28038" y="28038"/>
        <a:ext cx="4043329" cy="901218"/>
      </dsp:txXfrm>
    </dsp:sp>
    <dsp:sp modelId="{08D6E199-F07B-4CAA-8B48-EFF78902D146}">
      <dsp:nvSpPr>
        <dsp:cNvPr id="0" name=""/>
        <dsp:cNvSpPr/>
      </dsp:nvSpPr>
      <dsp:spPr>
        <a:xfrm>
          <a:off x="431916" y="1131347"/>
          <a:ext cx="5157216" cy="957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Primjena teorije u praktičnom primjeru</a:t>
          </a:r>
          <a:endParaRPr lang="en-US" sz="2500" kern="1200"/>
        </a:p>
      </dsp:txBody>
      <dsp:txXfrm>
        <a:off x="459954" y="1159385"/>
        <a:ext cx="4046981" cy="901218"/>
      </dsp:txXfrm>
    </dsp:sp>
    <dsp:sp modelId="{A214767C-99DD-4CE5-A794-426482126CA3}">
      <dsp:nvSpPr>
        <dsp:cNvPr id="0" name=""/>
        <dsp:cNvSpPr/>
      </dsp:nvSpPr>
      <dsp:spPr>
        <a:xfrm>
          <a:off x="857387" y="2262695"/>
          <a:ext cx="5157216" cy="957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Uspješna izrada full-stack web aplikacije</a:t>
          </a:r>
          <a:endParaRPr lang="en-US" sz="2500" kern="1200"/>
        </a:p>
      </dsp:txBody>
      <dsp:txXfrm>
        <a:off x="885425" y="2290733"/>
        <a:ext cx="4053428" cy="901218"/>
      </dsp:txXfrm>
    </dsp:sp>
    <dsp:sp modelId="{E0E48E72-BE49-4D5C-8657-59FEBA34F130}">
      <dsp:nvSpPr>
        <dsp:cNvPr id="0" name=""/>
        <dsp:cNvSpPr/>
      </dsp:nvSpPr>
      <dsp:spPr>
        <a:xfrm>
          <a:off x="1289303" y="3394042"/>
          <a:ext cx="5157216" cy="957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Mogućnost daljnjeg proširenja funkcionalnosti</a:t>
          </a:r>
          <a:endParaRPr lang="en-US" sz="2500" kern="1200"/>
        </a:p>
      </dsp:txBody>
      <dsp:txXfrm>
        <a:off x="1317341" y="3422080"/>
        <a:ext cx="4046981" cy="901218"/>
      </dsp:txXfrm>
    </dsp:sp>
    <dsp:sp modelId="{703EF971-3446-42A0-88DA-88A578CE8018}">
      <dsp:nvSpPr>
        <dsp:cNvPr id="0" name=""/>
        <dsp:cNvSpPr/>
      </dsp:nvSpPr>
      <dsp:spPr>
        <a:xfrm>
          <a:off x="4534974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674978" y="733200"/>
        <a:ext cx="342233" cy="468236"/>
      </dsp:txXfrm>
    </dsp:sp>
    <dsp:sp modelId="{D84B2306-17B8-490D-9D7D-3D6C72A79C03}">
      <dsp:nvSpPr>
        <dsp:cNvPr id="0" name=""/>
        <dsp:cNvSpPr/>
      </dsp:nvSpPr>
      <dsp:spPr>
        <a:xfrm>
          <a:off x="4966891" y="1864547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106895" y="1864547"/>
        <a:ext cx="342233" cy="468236"/>
      </dsp:txXfrm>
    </dsp:sp>
    <dsp:sp modelId="{0122A420-6F10-4F40-A50C-5DB8AEAEDD8C}">
      <dsp:nvSpPr>
        <dsp:cNvPr id="0" name=""/>
        <dsp:cNvSpPr/>
      </dsp:nvSpPr>
      <dsp:spPr>
        <a:xfrm>
          <a:off x="5392361" y="2995895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532365" y="2995895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B4554F2B-4BCF-4197-901F-D7CA0C5C3346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6300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F21A-8405-4DA5-BEAC-3D4CC71D54EA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29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5F84-9683-4B1B-940C-516296C3B9E2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8258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B2AD-074C-4247-B20E-4BA1D1B80702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1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26FB-39E8-4A97-A330-257F2E3058A9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153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405D-5078-464B-95D5-AD1D787A29C3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495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5EF8-B59A-48DF-A116-AFDAD4B003AB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61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AEE7-DB1F-4DD1-9290-70ECE3C4960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97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845D-AA64-4C6F-B170-8AA45DD4B329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686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8BB0-1F20-4C6B-A56C-896A9F73FB4A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494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C60DA-11B7-472A-AFEF-07FB059A27D8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9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28077EF-3DB9-4852-A8C8-9AA18A70A9F8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25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SeatReview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Aplikacija za ocjenjivanje sjedala</a:t>
            </a:r>
          </a:p>
          <a:p>
            <a:r>
              <a:t>Uvod u programsko inženjerstvo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155" y="677863"/>
            <a:ext cx="3400535" cy="1325562"/>
          </a:xfrm>
        </p:spPr>
        <p:txBody>
          <a:bodyPr>
            <a:normAutofit/>
          </a:bodyPr>
          <a:lstStyle/>
          <a:p>
            <a:r>
              <a:t>Ideja i svrha aplikacije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155" y="2325158"/>
            <a:ext cx="3400536" cy="3854979"/>
          </a:xfrm>
        </p:spPr>
        <p:txBody>
          <a:bodyPr>
            <a:normAutofit/>
          </a:bodyPr>
          <a:lstStyle/>
          <a:p>
            <a:r>
              <a:t>Web aplikacija za posjetitelje stadiona, dvorana i kazališta</a:t>
            </a:r>
          </a:p>
          <a:p>
            <a:r>
              <a:t>Omogućuje ocjenjivanje sjedala na kojima je korisnik bio</a:t>
            </a:r>
          </a:p>
          <a:p>
            <a:r>
              <a:t>Prikazuje recenzije drugih korisnika</a:t>
            </a:r>
          </a:p>
          <a:p>
            <a:r>
              <a:t>Pomaže pri donošenju odluke prije kupnje ulaznica</a:t>
            </a:r>
          </a:p>
        </p:txBody>
      </p:sp>
      <p:pic>
        <p:nvPicPr>
          <p:cNvPr id="4" name="Slika 3" descr="Slika na kojoj se prikazuje osoba, Ljudsko lice, odijevanje, čovjek&#10;&#10;Sadržaj generiran uz AI možda nije točan.">
            <a:extLst>
              <a:ext uri="{FF2B5EF4-FFF2-40B4-BE49-F238E27FC236}">
                <a16:creationId xmlns:a16="http://schemas.microsoft.com/office/drawing/2014/main" id="{8AB1ED22-F885-7B2D-D4D6-E491B8A2B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867" y="2124874"/>
            <a:ext cx="3907492" cy="2608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656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t>Glavne funkcionalnosti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2793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F8D323-3F88-0A5F-76D6-180820F292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0638782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t>Korisničke funkcionalnosti</a:t>
            </a:r>
          </a:p>
        </p:txBody>
      </p:sp>
      <p:pic>
        <p:nvPicPr>
          <p:cNvPr id="4" name="Slika 3" descr="Slika na kojoj se prikazuje crno, tama&#10;&#10;Sadržaj generiran uz AI možda nije točan.">
            <a:extLst>
              <a:ext uri="{FF2B5EF4-FFF2-40B4-BE49-F238E27FC236}">
                <a16:creationId xmlns:a16="http://schemas.microsoft.com/office/drawing/2014/main" id="{A883DD55-9509-F9CE-8948-57D282488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352" y="2514277"/>
            <a:ext cx="2478467" cy="247846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125" y="1933575"/>
            <a:ext cx="4406759" cy="4246562"/>
          </a:xfrm>
        </p:spPr>
        <p:txBody>
          <a:bodyPr>
            <a:normAutofit/>
          </a:bodyPr>
          <a:lstStyle/>
          <a:p>
            <a:r>
              <a:t>Registracija i prijava korisnika</a:t>
            </a:r>
          </a:p>
          <a:p>
            <a:r>
              <a:t>Validacija jačine lozinke pri registraciji</a:t>
            </a:r>
          </a:p>
          <a:p>
            <a:r>
              <a:t>Spremanje omiljenih sjedala (favoriti)</a:t>
            </a:r>
          </a:p>
          <a:p>
            <a:r>
              <a:t>Pregled korisničkog profila i aktivnosti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t>Admin view (Admin panel)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828800"/>
            <a:ext cx="644652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2400" dirty="0"/>
              <a:t>Poseban administratorski račun</a:t>
            </a:r>
            <a:endParaRPr lang="sr-Latn-RS" sz="2400" dirty="0"/>
          </a:p>
          <a:p>
            <a:r>
              <a:rPr sz="2400" err="1"/>
              <a:t>Pregled</a:t>
            </a:r>
            <a:r>
              <a:rPr sz="2400" dirty="0"/>
              <a:t> </a:t>
            </a:r>
            <a:r>
              <a:rPr sz="2400" err="1"/>
              <a:t>svih</a:t>
            </a:r>
            <a:r>
              <a:rPr sz="2400" dirty="0"/>
              <a:t> </a:t>
            </a:r>
            <a:r>
              <a:rPr sz="2400" err="1"/>
              <a:t>registriranih</a:t>
            </a:r>
            <a:r>
              <a:rPr sz="2400" dirty="0"/>
              <a:t> </a:t>
            </a:r>
            <a:r>
              <a:rPr sz="2400" err="1"/>
              <a:t>korisnika</a:t>
            </a:r>
            <a:endParaRPr sz="2400"/>
          </a:p>
          <a:p>
            <a:r>
              <a:rPr sz="2400" err="1"/>
              <a:t>Brisanje</a:t>
            </a:r>
            <a:r>
              <a:rPr sz="2400" dirty="0"/>
              <a:t> </a:t>
            </a:r>
            <a:r>
              <a:rPr sz="2400" err="1"/>
              <a:t>korisnika</a:t>
            </a:r>
            <a:r>
              <a:rPr sz="2400" dirty="0"/>
              <a:t> </a:t>
            </a:r>
            <a:r>
              <a:rPr sz="2400" err="1"/>
              <a:t>i</a:t>
            </a:r>
            <a:r>
              <a:rPr sz="2400" dirty="0"/>
              <a:t> </a:t>
            </a:r>
            <a:r>
              <a:rPr sz="2400" err="1"/>
              <a:t>upravljanje</a:t>
            </a:r>
            <a:r>
              <a:rPr sz="2400" dirty="0"/>
              <a:t> </a:t>
            </a:r>
            <a:r>
              <a:rPr sz="2400" err="1"/>
              <a:t>sadržajem</a:t>
            </a:r>
            <a:endParaRPr sz="2400"/>
          </a:p>
          <a:p>
            <a:r>
              <a:rPr sz="2400" err="1"/>
              <a:t>Zaštićen</a:t>
            </a:r>
            <a:r>
              <a:rPr sz="2400" dirty="0"/>
              <a:t> </a:t>
            </a:r>
            <a:r>
              <a:rPr sz="2400" err="1"/>
              <a:t>pristup</a:t>
            </a:r>
            <a:r>
              <a:rPr sz="2400" dirty="0"/>
              <a:t> </a:t>
            </a:r>
            <a:r>
              <a:rPr sz="2400" err="1"/>
              <a:t>putem</a:t>
            </a:r>
            <a:r>
              <a:rPr sz="2400" dirty="0"/>
              <a:t> JWT </a:t>
            </a:r>
            <a:r>
              <a:rPr sz="2400" err="1"/>
              <a:t>autentifikacije</a:t>
            </a:r>
            <a:endParaRPr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9683EB-D202-4B4D-B1BD-8BA6965FB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46963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lika 3" descr="Slika na kojoj se prikazuje tekst, uredski pribor, rukopis, računalo&#10;&#10;Sadržaj generiran uz AI možda nije točan.">
            <a:extLst>
              <a:ext uri="{FF2B5EF4-FFF2-40B4-BE49-F238E27FC236}">
                <a16:creationId xmlns:a16="http://schemas.microsoft.com/office/drawing/2014/main" id="{5278F59C-D771-7211-2F89-F8CD7D41AD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7564" r="-1" b="-1"/>
          <a:stretch>
            <a:fillRect/>
          </a:stretch>
        </p:blipFill>
        <p:spPr>
          <a:xfrm>
            <a:off x="20" y="10"/>
            <a:ext cx="846961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hr-HR">
                <a:solidFill>
                  <a:schemeClr val="bg1"/>
                </a:solidFill>
              </a:rPr>
              <a:t>Statistike i analitika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05739"/>
            <a:ext cx="6446520" cy="4174398"/>
          </a:xfrm>
        </p:spPr>
        <p:txBody>
          <a:bodyPr>
            <a:normAutofit/>
          </a:bodyPr>
          <a:lstStyle/>
          <a:p>
            <a:r>
              <a:rPr lang="hr-HR">
                <a:solidFill>
                  <a:schemeClr val="bg1"/>
                </a:solidFill>
              </a:rPr>
              <a:t>Izračun prosječnih ocjena sjedala</a:t>
            </a:r>
          </a:p>
          <a:p>
            <a:r>
              <a:rPr lang="hr-HR">
                <a:solidFill>
                  <a:schemeClr val="bg1"/>
                </a:solidFill>
              </a:rPr>
              <a:t>Vizualni prikaz statistika po kategorijama</a:t>
            </a:r>
          </a:p>
          <a:p>
            <a:r>
              <a:rPr lang="hr-HR">
                <a:solidFill>
                  <a:schemeClr val="bg1"/>
                </a:solidFill>
              </a:rPr>
              <a:t>AI sažetak recenzija za brzi pregled</a:t>
            </a:r>
          </a:p>
          <a:p>
            <a:r>
              <a:rPr lang="hr-HR">
                <a:solidFill>
                  <a:schemeClr val="bg1"/>
                </a:solidFill>
              </a:rPr>
              <a:t>Ljestvica najaktivnijih korisnika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CBC280F-6893-A0A6-BE53-58337960D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ALATI</a:t>
            </a:r>
          </a:p>
        </p:txBody>
      </p:sp>
      <p:pic>
        <p:nvPicPr>
          <p:cNvPr id="4" name="Rezervirano mjesto sadržaja 3" descr="Slika na kojoj se prikazuje simbol, logotip, Font, grafika&#10;&#10;Sadržaj generiran uz AI možda nije točan.">
            <a:extLst>
              <a:ext uri="{FF2B5EF4-FFF2-40B4-BE49-F238E27FC236}">
                <a16:creationId xmlns:a16="http://schemas.microsoft.com/office/drawing/2014/main" id="{A210B527-63DE-07E6-1155-DC2342820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5954" y="2489434"/>
            <a:ext cx="2143125" cy="2133600"/>
          </a:xfrm>
          <a:prstGeom prst="rect">
            <a:avLst/>
          </a:prstGeom>
        </p:spPr>
      </p:pic>
      <p:pic>
        <p:nvPicPr>
          <p:cNvPr id="5" name="Slika 4" descr="Slika na kojoj se prikazuje Font, logotip, grafika, simbol&#10;&#10;Sadržaj generiran uz AI možda nije točan.">
            <a:extLst>
              <a:ext uri="{FF2B5EF4-FFF2-40B4-BE49-F238E27FC236}">
                <a16:creationId xmlns:a16="http://schemas.microsoft.com/office/drawing/2014/main" id="{B7F62381-55FF-8F99-4D9E-01E2CE762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44" y="2763371"/>
            <a:ext cx="2857500" cy="1600200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B75C9C54-4C6E-21E5-4897-80420E942826}"/>
              </a:ext>
            </a:extLst>
          </p:cNvPr>
          <p:cNvSpPr txBox="1"/>
          <p:nvPr/>
        </p:nvSpPr>
        <p:spPr>
          <a:xfrm>
            <a:off x="3954107" y="2903130"/>
            <a:ext cx="123302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r-HR" sz="8000" b="1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90541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Tehnologije – Frontend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A5743F-BC9E-711A-1123-DCD6F95195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46404" y="1828801"/>
          <a:ext cx="644652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Tehnologije – Backend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2F9446-DB37-E02C-6863-54A9F92BC7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46404" y="1828801"/>
          <a:ext cx="644652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t>Pozadina aplikacije i baza podataka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933575"/>
            <a:ext cx="3301131" cy="4246562"/>
          </a:xfrm>
        </p:spPr>
        <p:txBody>
          <a:bodyPr>
            <a:normAutofit/>
          </a:bodyPr>
          <a:lstStyle/>
          <a:p>
            <a:r>
              <a:t>SQLite baza za korisnike, recenzije i favorite</a:t>
            </a:r>
          </a:p>
          <a:p>
            <a:r>
              <a:t>Razdvojena frontend i backend arhitektura</a:t>
            </a:r>
          </a:p>
          <a:p>
            <a:r>
              <a:t>REST komunikacija između klijenta i servera</a:t>
            </a:r>
          </a:p>
          <a:p>
            <a:r>
              <a:t>Sigurno upravljanje korisničkim podacima</a:t>
            </a:r>
          </a:p>
        </p:txBody>
      </p:sp>
      <p:pic>
        <p:nvPicPr>
          <p:cNvPr id="4" name="Slika 3" descr="Slika na kojoj se prikazuje snimka zaslona, računalo, dizajn, internet&#10;&#10;Sadržaj generiran uz AI možda nije točan.">
            <a:extLst>
              <a:ext uri="{FF2B5EF4-FFF2-40B4-BE49-F238E27FC236}">
                <a16:creationId xmlns:a16="http://schemas.microsoft.com/office/drawing/2014/main" id="{6613D3D4-43AF-2C43-2696-F9BC012BC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2743981"/>
            <a:ext cx="3605465" cy="2019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156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543" y="836023"/>
            <a:ext cx="2039091" cy="5183777"/>
          </a:xfrm>
        </p:spPr>
        <p:txBody>
          <a:bodyPr anchor="ctr">
            <a:normAutofit/>
          </a:bodyPr>
          <a:lstStyle/>
          <a:p>
            <a:r>
              <a:rPr lang="hr-HR" sz="3100">
                <a:solidFill>
                  <a:srgbClr val="FFFFFF"/>
                </a:solidFill>
              </a:rPr>
              <a:t>Struktura projekta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2D3409-95F2-01A7-EFD8-9C1A88148D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670062"/>
              </p:ext>
            </p:extLst>
          </p:nvPr>
        </p:nvGraphicFramePr>
        <p:xfrm>
          <a:off x="3494111" y="804672"/>
          <a:ext cx="4492602" cy="5262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Zaključak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24D714-9C69-F999-6DC1-FA69C66CEE6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46404" y="1828801"/>
          <a:ext cx="644652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B22DAB4-B310-5FE1-C9CC-6E058D780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PITANJA?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32539B4-3E50-1353-1622-0ED1208BB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JAKOV ČEŠLJAR</a:t>
            </a:r>
          </a:p>
          <a:p>
            <a:r>
              <a:rPr lang="hr-HR" dirty="0"/>
              <a:t>IVAN TAVIĆ</a:t>
            </a:r>
          </a:p>
          <a:p>
            <a:r>
              <a:rPr lang="hr-HR"/>
              <a:t>ANTE ŠUŠNJAR</a:t>
            </a:r>
          </a:p>
          <a:p>
            <a:r>
              <a:rPr lang="hr-HR" dirty="0"/>
              <a:t>LUKA TEŠIĆ DROPULIĆ</a:t>
            </a:r>
          </a:p>
        </p:txBody>
      </p:sp>
    </p:spTree>
    <p:extLst>
      <p:ext uri="{BB962C8B-B14F-4D97-AF65-F5344CB8AC3E}">
        <p14:creationId xmlns:p14="http://schemas.microsoft.com/office/powerpoint/2010/main" val="118247015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Prikaz na zaslonu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13</vt:i4>
      </vt:variant>
    </vt:vector>
  </HeadingPairs>
  <TitlesOfParts>
    <vt:vector size="14" baseType="lpstr">
      <vt:lpstr>View</vt:lpstr>
      <vt:lpstr>SeatReview</vt:lpstr>
      <vt:lpstr>Ideja i svrha aplikacije</vt:lpstr>
      <vt:lpstr>Glavne funkcionalnosti</vt:lpstr>
      <vt:lpstr>Korisničke funkcionalnosti</vt:lpstr>
      <vt:lpstr>Admin view (Admin panel)</vt:lpstr>
      <vt:lpstr>Statistike i analitika</vt:lpstr>
      <vt:lpstr>ALATI</vt:lpstr>
      <vt:lpstr>Tehnologije – Frontend</vt:lpstr>
      <vt:lpstr>Tehnologije – Backend</vt:lpstr>
      <vt:lpstr>Pozadina aplikacije i baza podataka</vt:lpstr>
      <vt:lpstr>Struktura projekta</vt:lpstr>
      <vt:lpstr>Zaključak</vt:lpstr>
      <vt:lpstr>PITANJA?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45</cp:revision>
  <dcterms:created xsi:type="dcterms:W3CDTF">2013-01-27T09:14:16Z</dcterms:created>
  <dcterms:modified xsi:type="dcterms:W3CDTF">2026-01-26T14:26:43Z</dcterms:modified>
  <cp:category/>
</cp:coreProperties>
</file>